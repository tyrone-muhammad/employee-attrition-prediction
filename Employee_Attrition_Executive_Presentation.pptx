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7" r:id="rId1"/>
  </p:sldMasterIdLst>
  <p:notesMasterIdLst>
    <p:notesMasterId r:id="rId9"/>
  </p:notesMasterIdLst>
  <p:sldIdLst>
    <p:sldId id="256" r:id="rId2"/>
    <p:sldId id="257" r:id="rId3"/>
    <p:sldId id="258" r:id="rId4"/>
    <p:sldId id="259" r:id="rId5"/>
    <p:sldId id="260" r:id="rId6"/>
    <p:sldId id="262"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51E9A5-72F3-41A0-801B-3CBD0E7C2D59}" v="45" dt="2024-12-16T02:18:53.60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010" autoAdjust="0"/>
  </p:normalViewPr>
  <p:slideViewPr>
    <p:cSldViewPr snapToGrid="0" showGuides="1">
      <p:cViewPr varScale="1">
        <p:scale>
          <a:sx n="98" d="100"/>
          <a:sy n="98" d="100"/>
        </p:scale>
        <p:origin x="954"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rone Muhammad" userId="d83c7d35218a5bc3" providerId="LiveId" clId="{EC51E9A5-72F3-41A0-801B-3CBD0E7C2D59}"/>
    <pc:docChg chg="undo custSel addSld modSld addMainMaster delMainMaster">
      <pc:chgData name="Tyrone Muhammad" userId="d83c7d35218a5bc3" providerId="LiveId" clId="{EC51E9A5-72F3-41A0-801B-3CBD0E7C2D59}" dt="2024-12-16T02:31:21.149" v="3176" actId="20577"/>
      <pc:docMkLst>
        <pc:docMk/>
      </pc:docMkLst>
      <pc:sldChg chg="addSp delSp modSp new mod setBg modClrScheme addAnim delDesignElem chgLayout modNotesTx">
        <pc:chgData name="Tyrone Muhammad" userId="d83c7d35218a5bc3" providerId="LiveId" clId="{EC51E9A5-72F3-41A0-801B-3CBD0E7C2D59}" dt="2024-12-16T02:17:29.574" v="2787" actId="2711"/>
        <pc:sldMkLst>
          <pc:docMk/>
          <pc:sldMk cId="2331978681" sldId="256"/>
        </pc:sldMkLst>
        <pc:spChg chg="mod">
          <ac:chgData name="Tyrone Muhammad" userId="d83c7d35218a5bc3" providerId="LiveId" clId="{EC51E9A5-72F3-41A0-801B-3CBD0E7C2D59}" dt="2024-12-16T02:17:13.013" v="2786" actId="2711"/>
          <ac:spMkLst>
            <pc:docMk/>
            <pc:sldMk cId="2331978681" sldId="256"/>
            <ac:spMk id="2" creationId="{A5188812-235F-5DDF-DE6E-035584873DC8}"/>
          </ac:spMkLst>
        </pc:spChg>
        <pc:spChg chg="mod">
          <ac:chgData name="Tyrone Muhammad" userId="d83c7d35218a5bc3" providerId="LiveId" clId="{EC51E9A5-72F3-41A0-801B-3CBD0E7C2D59}" dt="2024-12-16T02:17:29.574" v="2787" actId="2711"/>
          <ac:spMkLst>
            <pc:docMk/>
            <pc:sldMk cId="2331978681" sldId="256"/>
            <ac:spMk id="3" creationId="{B6BA571E-5013-AEBE-703E-4F96F1E949CE}"/>
          </ac:spMkLst>
        </pc:spChg>
        <pc:spChg chg="add del">
          <ac:chgData name="Tyrone Muhammad" userId="d83c7d35218a5bc3" providerId="LiveId" clId="{EC51E9A5-72F3-41A0-801B-3CBD0E7C2D59}" dt="2024-12-15T23:43:56.366" v="34"/>
          <ac:spMkLst>
            <pc:docMk/>
            <pc:sldMk cId="2331978681" sldId="256"/>
            <ac:spMk id="9" creationId="{F2E5B6AE-5EFE-45F0-A2AE-ED771CA3D7DD}"/>
          </ac:spMkLst>
        </pc:spChg>
        <pc:picChg chg="add">
          <ac:chgData name="Tyrone Muhammad" userId="d83c7d35218a5bc3" providerId="LiveId" clId="{EC51E9A5-72F3-41A0-801B-3CBD0E7C2D59}" dt="2024-12-15T23:36:20.835" v="7" actId="26606"/>
          <ac:picMkLst>
            <pc:docMk/>
            <pc:sldMk cId="2331978681" sldId="256"/>
            <ac:picMk id="4" creationId="{5A6F7FCB-B59F-A84B-8D73-86EC143A583C}"/>
          </ac:picMkLst>
        </pc:picChg>
        <pc:cxnChg chg="add del">
          <ac:chgData name="Tyrone Muhammad" userId="d83c7d35218a5bc3" providerId="LiveId" clId="{EC51E9A5-72F3-41A0-801B-3CBD0E7C2D59}" dt="2024-12-15T23:43:56.366" v="34"/>
          <ac:cxnSpMkLst>
            <pc:docMk/>
            <pc:sldMk cId="2331978681" sldId="256"/>
            <ac:cxnSpMk id="11" creationId="{D255B435-D9F3-4A31-B89E-36741390DB4B}"/>
          </ac:cxnSpMkLst>
        </pc:cxnChg>
      </pc:sldChg>
      <pc:sldChg chg="addSp delSp modSp new mod setBg delDesignElem modNotesTx">
        <pc:chgData name="Tyrone Muhammad" userId="d83c7d35218a5bc3" providerId="LiveId" clId="{EC51E9A5-72F3-41A0-801B-3CBD0E7C2D59}" dt="2024-12-16T01:42:55.007" v="1961" actId="20577"/>
        <pc:sldMkLst>
          <pc:docMk/>
          <pc:sldMk cId="2675912137" sldId="257"/>
        </pc:sldMkLst>
        <pc:spChg chg="mod">
          <ac:chgData name="Tyrone Muhammad" userId="d83c7d35218a5bc3" providerId="LiveId" clId="{EC51E9A5-72F3-41A0-801B-3CBD0E7C2D59}" dt="2024-12-16T01:40:21.585" v="1867" actId="26606"/>
          <ac:spMkLst>
            <pc:docMk/>
            <pc:sldMk cId="2675912137" sldId="257"/>
            <ac:spMk id="2" creationId="{ACAB29DD-8A98-65BC-1420-E2A7EDEF06CA}"/>
          </ac:spMkLst>
        </pc:spChg>
        <pc:spChg chg="del mod">
          <ac:chgData name="Tyrone Muhammad" userId="d83c7d35218a5bc3" providerId="LiveId" clId="{EC51E9A5-72F3-41A0-801B-3CBD0E7C2D59}" dt="2024-12-15T23:40:49.810" v="14"/>
          <ac:spMkLst>
            <pc:docMk/>
            <pc:sldMk cId="2675912137" sldId="257"/>
            <ac:spMk id="3" creationId="{DE4C611A-4994-537E-01ED-505126B90280}"/>
          </ac:spMkLst>
        </pc:spChg>
        <pc:spChg chg="add del">
          <ac:chgData name="Tyrone Muhammad" userId="d83c7d35218a5bc3" providerId="LiveId" clId="{EC51E9A5-72F3-41A0-801B-3CBD0E7C2D59}" dt="2024-12-15T23:40:59.046" v="15" actId="26606"/>
          <ac:spMkLst>
            <pc:docMk/>
            <pc:sldMk cId="2675912137" sldId="257"/>
            <ac:spMk id="9" creationId="{2D86DADD-940E-4CC1-AF60-0D36FB29B105}"/>
          </ac:spMkLst>
        </pc:spChg>
        <pc:spChg chg="add mod">
          <ac:chgData name="Tyrone Muhammad" userId="d83c7d35218a5bc3" providerId="LiveId" clId="{EC51E9A5-72F3-41A0-801B-3CBD0E7C2D59}" dt="2024-12-16T01:40:21.585" v="1867" actId="26606"/>
          <ac:spMkLst>
            <pc:docMk/>
            <pc:sldMk cId="2675912137" sldId="257"/>
            <ac:spMk id="15" creationId="{EE162E99-26E3-1529-BDDC-92543D70E5A2}"/>
          </ac:spMkLst>
        </pc:spChg>
        <pc:spChg chg="add del">
          <ac:chgData name="Tyrone Muhammad" userId="d83c7d35218a5bc3" providerId="LiveId" clId="{EC51E9A5-72F3-41A0-801B-3CBD0E7C2D59}" dt="2024-12-15T23:45:04.715" v="41" actId="26606"/>
          <ac:spMkLst>
            <pc:docMk/>
            <pc:sldMk cId="2675912137" sldId="257"/>
            <ac:spMk id="17" creationId="{C8A3C342-1D03-412F-8DD3-BF519E8E0AE9}"/>
          </ac:spMkLst>
        </pc:spChg>
        <pc:spChg chg="add del">
          <ac:chgData name="Tyrone Muhammad" userId="d83c7d35218a5bc3" providerId="LiveId" clId="{EC51E9A5-72F3-41A0-801B-3CBD0E7C2D59}" dt="2024-12-15T23:43:56.366" v="34"/>
          <ac:spMkLst>
            <pc:docMk/>
            <pc:sldMk cId="2675912137" sldId="257"/>
            <ac:spMk id="18" creationId="{54079800-56F8-4FBC-9EC3-9B7FCA7BA841}"/>
          </ac:spMkLst>
        </pc:spChg>
        <pc:spChg chg="add del">
          <ac:chgData name="Tyrone Muhammad" userId="d83c7d35218a5bc3" providerId="LiveId" clId="{EC51E9A5-72F3-41A0-801B-3CBD0E7C2D59}" dt="2024-12-15T23:52:35.308" v="135" actId="26606"/>
          <ac:spMkLst>
            <pc:docMk/>
            <pc:sldMk cId="2675912137" sldId="257"/>
            <ac:spMk id="19" creationId="{D6CEF2A9-EF08-4FB3-AFFB-C5F77AB6E028}"/>
          </ac:spMkLst>
        </pc:spChg>
        <pc:spChg chg="add del">
          <ac:chgData name="Tyrone Muhammad" userId="d83c7d35218a5bc3" providerId="LiveId" clId="{EC51E9A5-72F3-41A0-801B-3CBD0E7C2D59}" dt="2024-12-15T23:52:35.308" v="135" actId="26606"/>
          <ac:spMkLst>
            <pc:docMk/>
            <pc:sldMk cId="2675912137" sldId="257"/>
            <ac:spMk id="21" creationId="{4109C3C2-C0A8-4559-8462-8007573DF44C}"/>
          </ac:spMkLst>
        </pc:spChg>
        <pc:spChg chg="add del">
          <ac:chgData name="Tyrone Muhammad" userId="d83c7d35218a5bc3" providerId="LiveId" clId="{EC51E9A5-72F3-41A0-801B-3CBD0E7C2D59}" dt="2024-12-15T23:45:04.715" v="41" actId="26606"/>
          <ac:spMkLst>
            <pc:docMk/>
            <pc:sldMk cId="2675912137" sldId="257"/>
            <ac:spMk id="22" creationId="{81CC9B02-E087-4350-AEBD-2C3CF001AF01}"/>
          </ac:spMkLst>
        </pc:spChg>
        <pc:spChg chg="add del">
          <ac:chgData name="Tyrone Muhammad" userId="d83c7d35218a5bc3" providerId="LiveId" clId="{EC51E9A5-72F3-41A0-801B-3CBD0E7C2D59}" dt="2024-12-15T23:52:35.308" v="135" actId="26606"/>
          <ac:spMkLst>
            <pc:docMk/>
            <pc:sldMk cId="2675912137" sldId="257"/>
            <ac:spMk id="24" creationId="{4C535542-B72A-4DE0-BE5A-5EA00508C77D}"/>
          </ac:spMkLst>
        </pc:spChg>
        <pc:spChg chg="add del">
          <ac:chgData name="Tyrone Muhammad" userId="d83c7d35218a5bc3" providerId="LiveId" clId="{EC51E9A5-72F3-41A0-801B-3CBD0E7C2D59}" dt="2024-12-15T23:52:35.308" v="135" actId="26606"/>
          <ac:spMkLst>
            <pc:docMk/>
            <pc:sldMk cId="2675912137" sldId="257"/>
            <ac:spMk id="26" creationId="{11DF0705-615B-4CF3-A16F-8C14680D8BA6}"/>
          </ac:spMkLst>
        </pc:spChg>
        <pc:spChg chg="add del">
          <ac:chgData name="Tyrone Muhammad" userId="d83c7d35218a5bc3" providerId="LiveId" clId="{EC51E9A5-72F3-41A0-801B-3CBD0E7C2D59}" dt="2024-12-16T01:40:21.585" v="1867" actId="26606"/>
          <ac:spMkLst>
            <pc:docMk/>
            <pc:sldMk cId="2675912137" sldId="257"/>
            <ac:spMk id="28" creationId="{2FEA51AE-2D18-46BE-B2CA-B90B13168980}"/>
          </ac:spMkLst>
        </pc:spChg>
        <pc:spChg chg="add del">
          <ac:chgData name="Tyrone Muhammad" userId="d83c7d35218a5bc3" providerId="LiveId" clId="{EC51E9A5-72F3-41A0-801B-3CBD0E7C2D59}" dt="2024-12-16T01:40:21.585" v="1867" actId="26606"/>
          <ac:spMkLst>
            <pc:docMk/>
            <pc:sldMk cId="2675912137" sldId="257"/>
            <ac:spMk id="29" creationId="{5E6A537E-C106-45AE-9BBB-3CE559441813}"/>
          </ac:spMkLst>
        </pc:spChg>
        <pc:spChg chg="add del">
          <ac:chgData name="Tyrone Muhammad" userId="d83c7d35218a5bc3" providerId="LiveId" clId="{EC51E9A5-72F3-41A0-801B-3CBD0E7C2D59}" dt="2024-12-16T01:40:21.585" v="1867" actId="26606"/>
          <ac:spMkLst>
            <pc:docMk/>
            <pc:sldMk cId="2675912137" sldId="257"/>
            <ac:spMk id="30" creationId="{F918BA52-E4A7-4EEC-898E-C49023767C63}"/>
          </ac:spMkLst>
        </pc:spChg>
        <pc:spChg chg="add del">
          <ac:chgData name="Tyrone Muhammad" userId="d83c7d35218a5bc3" providerId="LiveId" clId="{EC51E9A5-72F3-41A0-801B-3CBD0E7C2D59}" dt="2024-12-16T01:40:21.585" v="1867" actId="26606"/>
          <ac:spMkLst>
            <pc:docMk/>
            <pc:sldMk cId="2675912137" sldId="257"/>
            <ac:spMk id="31" creationId="{86D3F3B7-282C-4DDC-AD1B-C497F2942BA6}"/>
          </ac:spMkLst>
        </pc:spChg>
        <pc:spChg chg="add">
          <ac:chgData name="Tyrone Muhammad" userId="d83c7d35218a5bc3" providerId="LiveId" clId="{EC51E9A5-72F3-41A0-801B-3CBD0E7C2D59}" dt="2024-12-16T01:40:21.585" v="1867" actId="26606"/>
          <ac:spMkLst>
            <pc:docMk/>
            <pc:sldMk cId="2675912137" sldId="257"/>
            <ac:spMk id="36" creationId="{0A01F2A2-AEDD-47DC-AFB5-B97CEB9A5328}"/>
          </ac:spMkLst>
        </pc:spChg>
        <pc:spChg chg="add">
          <ac:chgData name="Tyrone Muhammad" userId="d83c7d35218a5bc3" providerId="LiveId" clId="{EC51E9A5-72F3-41A0-801B-3CBD0E7C2D59}" dt="2024-12-16T01:40:21.585" v="1867" actId="26606"/>
          <ac:spMkLst>
            <pc:docMk/>
            <pc:sldMk cId="2675912137" sldId="257"/>
            <ac:spMk id="38" creationId="{DB5AF5F3-AD0A-4EFA-854A-47C780F26264}"/>
          </ac:spMkLst>
        </pc:spChg>
        <pc:spChg chg="add">
          <ac:chgData name="Tyrone Muhammad" userId="d83c7d35218a5bc3" providerId="LiveId" clId="{EC51E9A5-72F3-41A0-801B-3CBD0E7C2D59}" dt="2024-12-16T01:40:21.585" v="1867" actId="26606"/>
          <ac:spMkLst>
            <pc:docMk/>
            <pc:sldMk cId="2675912137" sldId="257"/>
            <ac:spMk id="40" creationId="{1E3D6D6C-E192-4135-B1DB-17C71EEBC946}"/>
          </ac:spMkLst>
        </pc:spChg>
        <pc:picChg chg="add mod">
          <ac:chgData name="Tyrone Muhammad" userId="d83c7d35218a5bc3" providerId="LiveId" clId="{EC51E9A5-72F3-41A0-801B-3CBD0E7C2D59}" dt="2024-12-16T01:40:21.585" v="1867" actId="26606"/>
          <ac:picMkLst>
            <pc:docMk/>
            <pc:sldMk cId="2675912137" sldId="257"/>
            <ac:picMk id="4" creationId="{D544C7EC-8C1F-1AE7-870F-E041CAA00301}"/>
          </ac:picMkLst>
        </pc:picChg>
        <pc:picChg chg="add del mod">
          <ac:chgData name="Tyrone Muhammad" userId="d83c7d35218a5bc3" providerId="LiveId" clId="{EC51E9A5-72F3-41A0-801B-3CBD0E7C2D59}" dt="2024-12-15T23:47:47.933" v="43" actId="21"/>
          <ac:picMkLst>
            <pc:docMk/>
            <pc:sldMk cId="2675912137" sldId="257"/>
            <ac:picMk id="5" creationId="{9530CF5F-114B-C80E-CEC9-239F6C02D953}"/>
          </ac:picMkLst>
        </pc:picChg>
        <pc:cxnChg chg="add del">
          <ac:chgData name="Tyrone Muhammad" userId="d83c7d35218a5bc3" providerId="LiveId" clId="{EC51E9A5-72F3-41A0-801B-3CBD0E7C2D59}" dt="2024-12-15T23:40:59.046" v="15" actId="26606"/>
          <ac:cxnSpMkLst>
            <pc:docMk/>
            <pc:sldMk cId="2675912137" sldId="257"/>
            <ac:cxnSpMk id="11" creationId="{B32E796E-8D19-4926-B7B8-653B01939010}"/>
          </ac:cxnSpMkLst>
        </pc:cxnChg>
        <pc:cxnChg chg="add del">
          <ac:chgData name="Tyrone Muhammad" userId="d83c7d35218a5bc3" providerId="LiveId" clId="{EC51E9A5-72F3-41A0-801B-3CBD0E7C2D59}" dt="2024-12-15T23:43:56.366" v="34"/>
          <ac:cxnSpMkLst>
            <pc:docMk/>
            <pc:sldMk cId="2675912137" sldId="257"/>
            <ac:cxnSpMk id="20" creationId="{B32E796E-8D19-4926-B7B8-653B01939010}"/>
          </ac:cxnSpMkLst>
        </pc:cxnChg>
      </pc:sldChg>
      <pc:sldChg chg="addSp modSp new mod setBg modNotesTx">
        <pc:chgData name="Tyrone Muhammad" userId="d83c7d35218a5bc3" providerId="LiveId" clId="{EC51E9A5-72F3-41A0-801B-3CBD0E7C2D59}" dt="2024-12-16T01:25:41.246" v="1130" actId="20577"/>
        <pc:sldMkLst>
          <pc:docMk/>
          <pc:sldMk cId="2937557549" sldId="258"/>
        </pc:sldMkLst>
        <pc:spChg chg="mod">
          <ac:chgData name="Tyrone Muhammad" userId="d83c7d35218a5bc3" providerId="LiveId" clId="{EC51E9A5-72F3-41A0-801B-3CBD0E7C2D59}" dt="2024-12-16T01:17:17.433" v="928" actId="2711"/>
          <ac:spMkLst>
            <pc:docMk/>
            <pc:sldMk cId="2937557549" sldId="258"/>
            <ac:spMk id="2" creationId="{DA2E0DB7-3DD1-3130-35ED-01FB4677DA50}"/>
          </ac:spMkLst>
        </pc:spChg>
        <pc:spChg chg="mod ord">
          <ac:chgData name="Tyrone Muhammad" userId="d83c7d35218a5bc3" providerId="LiveId" clId="{EC51E9A5-72F3-41A0-801B-3CBD0E7C2D59}" dt="2024-12-16T00:16:17.417" v="842" actId="27636"/>
          <ac:spMkLst>
            <pc:docMk/>
            <pc:sldMk cId="2937557549" sldId="258"/>
            <ac:spMk id="3" creationId="{2E3AFC4F-8E33-0CEC-FF73-FD1492607C94}"/>
          </ac:spMkLst>
        </pc:spChg>
        <pc:spChg chg="add">
          <ac:chgData name="Tyrone Muhammad" userId="d83c7d35218a5bc3" providerId="LiveId" clId="{EC51E9A5-72F3-41A0-801B-3CBD0E7C2D59}" dt="2024-12-15T23:48:27.627" v="48" actId="26606"/>
          <ac:spMkLst>
            <pc:docMk/>
            <pc:sldMk cId="2937557549" sldId="258"/>
            <ac:spMk id="10" creationId="{2142F58F-1A18-445C-8057-25B9F986C282}"/>
          </ac:spMkLst>
        </pc:spChg>
        <pc:spChg chg="add">
          <ac:chgData name="Tyrone Muhammad" userId="d83c7d35218a5bc3" providerId="LiveId" clId="{EC51E9A5-72F3-41A0-801B-3CBD0E7C2D59}" dt="2024-12-15T23:48:27.627" v="48" actId="26606"/>
          <ac:spMkLst>
            <pc:docMk/>
            <pc:sldMk cId="2937557549" sldId="258"/>
            <ac:spMk id="12" creationId="{2C8825F8-2BBE-4F09-844D-BD569EE90A57}"/>
          </ac:spMkLst>
        </pc:spChg>
        <pc:spChg chg="add">
          <ac:chgData name="Tyrone Muhammad" userId="d83c7d35218a5bc3" providerId="LiveId" clId="{EC51E9A5-72F3-41A0-801B-3CBD0E7C2D59}" dt="2024-12-15T23:48:27.627" v="48" actId="26606"/>
          <ac:spMkLst>
            <pc:docMk/>
            <pc:sldMk cId="2937557549" sldId="258"/>
            <ac:spMk id="14" creationId="{1E0B305D-E4F9-4F9F-81CA-BDFBA88B2471}"/>
          </ac:spMkLst>
        </pc:spChg>
        <pc:spChg chg="add">
          <ac:chgData name="Tyrone Muhammad" userId="d83c7d35218a5bc3" providerId="LiveId" clId="{EC51E9A5-72F3-41A0-801B-3CBD0E7C2D59}" dt="2024-12-15T23:48:27.627" v="48" actId="26606"/>
          <ac:spMkLst>
            <pc:docMk/>
            <pc:sldMk cId="2937557549" sldId="258"/>
            <ac:spMk id="16" creationId="{1D77C917-B31B-4151-9BB3-768748C42572}"/>
          </ac:spMkLst>
        </pc:spChg>
        <pc:picChg chg="add mod">
          <ac:chgData name="Tyrone Muhammad" userId="d83c7d35218a5bc3" providerId="LiveId" clId="{EC51E9A5-72F3-41A0-801B-3CBD0E7C2D59}" dt="2024-12-15T23:48:27.627" v="48" actId="26606"/>
          <ac:picMkLst>
            <pc:docMk/>
            <pc:sldMk cId="2937557549" sldId="258"/>
            <ac:picMk id="4" creationId="{141E0F76-8B2B-F552-FF39-F0AED4A189E8}"/>
          </ac:picMkLst>
        </pc:picChg>
        <pc:picChg chg="add mod ord">
          <ac:chgData name="Tyrone Muhammad" userId="d83c7d35218a5bc3" providerId="LiveId" clId="{EC51E9A5-72F3-41A0-801B-3CBD0E7C2D59}" dt="2024-12-15T23:48:27.627" v="48" actId="26606"/>
          <ac:picMkLst>
            <pc:docMk/>
            <pc:sldMk cId="2937557549" sldId="258"/>
            <ac:picMk id="5" creationId="{9530CF5F-114B-C80E-CEC9-239F6C02D953}"/>
          </ac:picMkLst>
        </pc:picChg>
      </pc:sldChg>
      <pc:sldChg chg="addSp delSp modSp new mod setBg modNotesTx">
        <pc:chgData name="Tyrone Muhammad" userId="d83c7d35218a5bc3" providerId="LiveId" clId="{EC51E9A5-72F3-41A0-801B-3CBD0E7C2D59}" dt="2024-12-16T02:14:58.683" v="2784" actId="14100"/>
        <pc:sldMkLst>
          <pc:docMk/>
          <pc:sldMk cId="2921253096" sldId="259"/>
        </pc:sldMkLst>
        <pc:spChg chg="mod">
          <ac:chgData name="Tyrone Muhammad" userId="d83c7d35218a5bc3" providerId="LiveId" clId="{EC51E9A5-72F3-41A0-801B-3CBD0E7C2D59}" dt="2024-12-16T01:58:40.543" v="2642" actId="113"/>
          <ac:spMkLst>
            <pc:docMk/>
            <pc:sldMk cId="2921253096" sldId="259"/>
            <ac:spMk id="2" creationId="{0ABB03B1-943A-031D-184E-41B450D509D9}"/>
          </ac:spMkLst>
        </pc:spChg>
        <pc:spChg chg="del">
          <ac:chgData name="Tyrone Muhammad" userId="d83c7d35218a5bc3" providerId="LiveId" clId="{EC51E9A5-72F3-41A0-801B-3CBD0E7C2D59}" dt="2024-12-15T23:50:26.042" v="55"/>
          <ac:spMkLst>
            <pc:docMk/>
            <pc:sldMk cId="2921253096" sldId="259"/>
            <ac:spMk id="3" creationId="{ED601D47-8AAB-2C24-1100-7AA51145444E}"/>
          </ac:spMkLst>
        </pc:spChg>
        <pc:spChg chg="add mod">
          <ac:chgData name="Tyrone Muhammad" userId="d83c7d35218a5bc3" providerId="LiveId" clId="{EC51E9A5-72F3-41A0-801B-3CBD0E7C2D59}" dt="2024-12-16T02:14:58.683" v="2784" actId="14100"/>
          <ac:spMkLst>
            <pc:docMk/>
            <pc:sldMk cId="2921253096" sldId="259"/>
            <ac:spMk id="6" creationId="{09660DA2-8E43-D7DD-B8E1-194AE637DC2B}"/>
          </ac:spMkLst>
        </pc:spChg>
        <pc:spChg chg="add">
          <ac:chgData name="Tyrone Muhammad" userId="d83c7d35218a5bc3" providerId="LiveId" clId="{EC51E9A5-72F3-41A0-801B-3CBD0E7C2D59}" dt="2024-12-15T23:50:31.218" v="56" actId="26606"/>
          <ac:spMkLst>
            <pc:docMk/>
            <pc:sldMk cId="2921253096" sldId="259"/>
            <ac:spMk id="13" creationId="{B9C04DC5-313B-4FE4-B868-5672A376419F}"/>
          </ac:spMkLst>
        </pc:spChg>
        <pc:spChg chg="add">
          <ac:chgData name="Tyrone Muhammad" userId="d83c7d35218a5bc3" providerId="LiveId" clId="{EC51E9A5-72F3-41A0-801B-3CBD0E7C2D59}" dt="2024-12-15T23:50:31.218" v="56" actId="26606"/>
          <ac:spMkLst>
            <pc:docMk/>
            <pc:sldMk cId="2921253096" sldId="259"/>
            <ac:spMk id="19" creationId="{329FDD08-42D8-4AFF-90E5-5DAA5BC4CBD8}"/>
          </ac:spMkLst>
        </pc:spChg>
        <pc:spChg chg="add">
          <ac:chgData name="Tyrone Muhammad" userId="d83c7d35218a5bc3" providerId="LiveId" clId="{EC51E9A5-72F3-41A0-801B-3CBD0E7C2D59}" dt="2024-12-15T23:50:31.218" v="56" actId="26606"/>
          <ac:spMkLst>
            <pc:docMk/>
            <pc:sldMk cId="2921253096" sldId="259"/>
            <ac:spMk id="21" creationId="{B87A2B17-D3E0-4B38-823F-45312C0B36E7}"/>
          </ac:spMkLst>
        </pc:spChg>
        <pc:spChg chg="add">
          <ac:chgData name="Tyrone Muhammad" userId="d83c7d35218a5bc3" providerId="LiveId" clId="{EC51E9A5-72F3-41A0-801B-3CBD0E7C2D59}" dt="2024-12-15T23:50:31.218" v="56" actId="26606"/>
          <ac:spMkLst>
            <pc:docMk/>
            <pc:sldMk cId="2921253096" sldId="259"/>
            <ac:spMk id="23" creationId="{8592A21B-8E82-4396-A130-C7531DF0A97E}"/>
          </ac:spMkLst>
        </pc:spChg>
        <pc:spChg chg="add">
          <ac:chgData name="Tyrone Muhammad" userId="d83c7d35218a5bc3" providerId="LiveId" clId="{EC51E9A5-72F3-41A0-801B-3CBD0E7C2D59}" dt="2024-12-15T23:50:31.218" v="56" actId="26606"/>
          <ac:spMkLst>
            <pc:docMk/>
            <pc:sldMk cId="2921253096" sldId="259"/>
            <ac:spMk id="25" creationId="{ACA9027C-9377-4A86-A639-42BA502ADE1C}"/>
          </ac:spMkLst>
        </pc:spChg>
        <pc:spChg chg="add">
          <ac:chgData name="Tyrone Muhammad" userId="d83c7d35218a5bc3" providerId="LiveId" clId="{EC51E9A5-72F3-41A0-801B-3CBD0E7C2D59}" dt="2024-12-15T23:50:31.218" v="56" actId="26606"/>
          <ac:spMkLst>
            <pc:docMk/>
            <pc:sldMk cId="2921253096" sldId="259"/>
            <ac:spMk id="27" creationId="{423EDA5B-B414-4C7C-8CBA-3D9D79973ED0}"/>
          </ac:spMkLst>
        </pc:spChg>
        <pc:picChg chg="add mod">
          <ac:chgData name="Tyrone Muhammad" userId="d83c7d35218a5bc3" providerId="LiveId" clId="{EC51E9A5-72F3-41A0-801B-3CBD0E7C2D59}" dt="2024-12-15T23:53:11.016" v="138" actId="1076"/>
          <ac:picMkLst>
            <pc:docMk/>
            <pc:sldMk cId="2921253096" sldId="259"/>
            <ac:picMk id="4" creationId="{39EB293E-560D-6141-8E3D-81A8AF22F05A}"/>
          </ac:picMkLst>
        </pc:picChg>
        <pc:picChg chg="add">
          <ac:chgData name="Tyrone Muhammad" userId="d83c7d35218a5bc3" providerId="LiveId" clId="{EC51E9A5-72F3-41A0-801B-3CBD0E7C2D59}" dt="2024-12-15T23:50:31.218" v="56" actId="26606"/>
          <ac:picMkLst>
            <pc:docMk/>
            <pc:sldMk cId="2921253096" sldId="259"/>
            <ac:picMk id="9" creationId="{7594FC8B-8CD2-407F-94F1-9C71F5AEC2B6}"/>
          </ac:picMkLst>
        </pc:picChg>
        <pc:picChg chg="add">
          <ac:chgData name="Tyrone Muhammad" userId="d83c7d35218a5bc3" providerId="LiveId" clId="{EC51E9A5-72F3-41A0-801B-3CBD0E7C2D59}" dt="2024-12-15T23:50:31.218" v="56" actId="26606"/>
          <ac:picMkLst>
            <pc:docMk/>
            <pc:sldMk cId="2921253096" sldId="259"/>
            <ac:picMk id="11" creationId="{DBABC971-8D40-4A4F-AC60-28B9172789B9}"/>
          </ac:picMkLst>
        </pc:picChg>
        <pc:picChg chg="add">
          <ac:chgData name="Tyrone Muhammad" userId="d83c7d35218a5bc3" providerId="LiveId" clId="{EC51E9A5-72F3-41A0-801B-3CBD0E7C2D59}" dt="2024-12-15T23:50:31.218" v="56" actId="26606"/>
          <ac:picMkLst>
            <pc:docMk/>
            <pc:sldMk cId="2921253096" sldId="259"/>
            <ac:picMk id="15" creationId="{791AE23E-90C9-4963-96E2-8DADBFC3BC09}"/>
          </ac:picMkLst>
        </pc:picChg>
        <pc:picChg chg="add">
          <ac:chgData name="Tyrone Muhammad" userId="d83c7d35218a5bc3" providerId="LiveId" clId="{EC51E9A5-72F3-41A0-801B-3CBD0E7C2D59}" dt="2024-12-15T23:50:31.218" v="56" actId="26606"/>
          <ac:picMkLst>
            <pc:docMk/>
            <pc:sldMk cId="2921253096" sldId="259"/>
            <ac:picMk id="17" creationId="{C5F93E90-4379-4AAC-B021-E5FA6D974AED}"/>
          </ac:picMkLst>
        </pc:picChg>
      </pc:sldChg>
      <pc:sldChg chg="addSp modSp new mod setBg modNotesTx">
        <pc:chgData name="Tyrone Muhammad" userId="d83c7d35218a5bc3" providerId="LiveId" clId="{EC51E9A5-72F3-41A0-801B-3CBD0E7C2D59}" dt="2024-12-16T02:30:46.345" v="3166" actId="20577"/>
        <pc:sldMkLst>
          <pc:docMk/>
          <pc:sldMk cId="2930638732" sldId="260"/>
        </pc:sldMkLst>
        <pc:spChg chg="mod">
          <ac:chgData name="Tyrone Muhammad" userId="d83c7d35218a5bc3" providerId="LiveId" clId="{EC51E9A5-72F3-41A0-801B-3CBD0E7C2D59}" dt="2024-12-16T02:06:08.035" v="2772" actId="1076"/>
          <ac:spMkLst>
            <pc:docMk/>
            <pc:sldMk cId="2930638732" sldId="260"/>
            <ac:spMk id="2" creationId="{2AD64626-F28A-B77B-D66E-FB8BFEF287EA}"/>
          </ac:spMkLst>
        </pc:spChg>
        <pc:spChg chg="mod">
          <ac:chgData name="Tyrone Muhammad" userId="d83c7d35218a5bc3" providerId="LiveId" clId="{EC51E9A5-72F3-41A0-801B-3CBD0E7C2D59}" dt="2024-12-16T02:14:34.361" v="2782" actId="1076"/>
          <ac:spMkLst>
            <pc:docMk/>
            <pc:sldMk cId="2930638732" sldId="260"/>
            <ac:spMk id="3" creationId="{140F924B-2C0D-19B6-440F-693C26E84A44}"/>
          </ac:spMkLst>
        </pc:spChg>
        <pc:spChg chg="add">
          <ac:chgData name="Tyrone Muhammad" userId="d83c7d35218a5bc3" providerId="LiveId" clId="{EC51E9A5-72F3-41A0-801B-3CBD0E7C2D59}" dt="2024-12-15T23:51:52.253" v="100" actId="26606"/>
          <ac:spMkLst>
            <pc:docMk/>
            <pc:sldMk cId="2930638732" sldId="260"/>
            <ac:spMk id="9" creationId="{2FEA51AE-2D18-46BE-B2CA-B90B13168980}"/>
          </ac:spMkLst>
        </pc:spChg>
        <pc:spChg chg="add">
          <ac:chgData name="Tyrone Muhammad" userId="d83c7d35218a5bc3" providerId="LiveId" clId="{EC51E9A5-72F3-41A0-801B-3CBD0E7C2D59}" dt="2024-12-15T23:51:52.253" v="100" actId="26606"/>
          <ac:spMkLst>
            <pc:docMk/>
            <pc:sldMk cId="2930638732" sldId="260"/>
            <ac:spMk id="11" creationId="{5E6A537E-C106-45AE-9BBB-3CE559441813}"/>
          </ac:spMkLst>
        </pc:spChg>
        <pc:spChg chg="add">
          <ac:chgData name="Tyrone Muhammad" userId="d83c7d35218a5bc3" providerId="LiveId" clId="{EC51E9A5-72F3-41A0-801B-3CBD0E7C2D59}" dt="2024-12-15T23:51:52.253" v="100" actId="26606"/>
          <ac:spMkLst>
            <pc:docMk/>
            <pc:sldMk cId="2930638732" sldId="260"/>
            <ac:spMk id="13" creationId="{F918BA52-E4A7-4EEC-898E-C49023767C63}"/>
          </ac:spMkLst>
        </pc:spChg>
        <pc:spChg chg="add">
          <ac:chgData name="Tyrone Muhammad" userId="d83c7d35218a5bc3" providerId="LiveId" clId="{EC51E9A5-72F3-41A0-801B-3CBD0E7C2D59}" dt="2024-12-15T23:51:52.253" v="100" actId="26606"/>
          <ac:spMkLst>
            <pc:docMk/>
            <pc:sldMk cId="2930638732" sldId="260"/>
            <ac:spMk id="15" creationId="{86D3F3B7-282C-4DDC-AD1B-C497F2942BA6}"/>
          </ac:spMkLst>
        </pc:spChg>
        <pc:picChg chg="add mod">
          <ac:chgData name="Tyrone Muhammad" userId="d83c7d35218a5bc3" providerId="LiveId" clId="{EC51E9A5-72F3-41A0-801B-3CBD0E7C2D59}" dt="2024-12-16T01:38:35.592" v="1866" actId="14100"/>
          <ac:picMkLst>
            <pc:docMk/>
            <pc:sldMk cId="2930638732" sldId="260"/>
            <ac:picMk id="4" creationId="{F2A16484-F763-9933-5FF1-48F8AAD0FAB9}"/>
          </ac:picMkLst>
        </pc:picChg>
        <pc:picChg chg="add mod">
          <ac:chgData name="Tyrone Muhammad" userId="d83c7d35218a5bc3" providerId="LiveId" clId="{EC51E9A5-72F3-41A0-801B-3CBD0E7C2D59}" dt="2024-12-16T02:11:31.175" v="2775" actId="931"/>
          <ac:picMkLst>
            <pc:docMk/>
            <pc:sldMk cId="2930638732" sldId="260"/>
            <ac:picMk id="6" creationId="{7DF94474-BFA8-754D-1E47-F7ADBAE1D603}"/>
          </ac:picMkLst>
        </pc:picChg>
      </pc:sldChg>
      <pc:sldChg chg="addSp delSp modSp new mod setBg modClrScheme chgLayout modNotesTx">
        <pc:chgData name="Tyrone Muhammad" userId="d83c7d35218a5bc3" providerId="LiveId" clId="{EC51E9A5-72F3-41A0-801B-3CBD0E7C2D59}" dt="2024-12-16T02:31:21.149" v="3176" actId="20577"/>
        <pc:sldMkLst>
          <pc:docMk/>
          <pc:sldMk cId="3592127160" sldId="261"/>
        </pc:sldMkLst>
        <pc:spChg chg="del mod ord">
          <ac:chgData name="Tyrone Muhammad" userId="d83c7d35218a5bc3" providerId="LiveId" clId="{EC51E9A5-72F3-41A0-801B-3CBD0E7C2D59}" dt="2024-12-16T01:37:05.743" v="1834" actId="700"/>
          <ac:spMkLst>
            <pc:docMk/>
            <pc:sldMk cId="3592127160" sldId="261"/>
            <ac:spMk id="2" creationId="{35E429A3-62D2-C987-2336-56C8D86FB72B}"/>
          </ac:spMkLst>
        </pc:spChg>
        <pc:spChg chg="del">
          <ac:chgData name="Tyrone Muhammad" userId="d83c7d35218a5bc3" providerId="LiveId" clId="{EC51E9A5-72F3-41A0-801B-3CBD0E7C2D59}" dt="2024-12-16T01:37:05.743" v="1834" actId="700"/>
          <ac:spMkLst>
            <pc:docMk/>
            <pc:sldMk cId="3592127160" sldId="261"/>
            <ac:spMk id="3" creationId="{08D0ACC4-3BA0-FE40-0D44-F38E107F5031}"/>
          </ac:spMkLst>
        </pc:spChg>
        <pc:spChg chg="add mod ord">
          <ac:chgData name="Tyrone Muhammad" userId="d83c7d35218a5bc3" providerId="LiveId" clId="{EC51E9A5-72F3-41A0-801B-3CBD0E7C2D59}" dt="2024-12-16T01:37:39.503" v="1865" actId="26606"/>
          <ac:spMkLst>
            <pc:docMk/>
            <pc:sldMk cId="3592127160" sldId="261"/>
            <ac:spMk id="4" creationId="{6C3E18B5-817A-D7F1-256A-860773CEBCD9}"/>
          </ac:spMkLst>
        </pc:spChg>
        <pc:spChg chg="add del">
          <ac:chgData name="Tyrone Muhammad" userId="d83c7d35218a5bc3" providerId="LiveId" clId="{EC51E9A5-72F3-41A0-801B-3CBD0E7C2D59}" dt="2024-12-16T01:37:39.503" v="1865" actId="26606"/>
          <ac:spMkLst>
            <pc:docMk/>
            <pc:sldMk cId="3592127160" sldId="261"/>
            <ac:spMk id="13" creationId="{1653AB08-C531-42A8-AA8D-C2ABAE87CCE6}"/>
          </ac:spMkLst>
        </pc:spChg>
        <pc:spChg chg="add del">
          <ac:chgData name="Tyrone Muhammad" userId="d83c7d35218a5bc3" providerId="LiveId" clId="{EC51E9A5-72F3-41A0-801B-3CBD0E7C2D59}" dt="2024-12-16T01:37:39.503" v="1865" actId="26606"/>
          <ac:spMkLst>
            <pc:docMk/>
            <pc:sldMk cId="3592127160" sldId="261"/>
            <ac:spMk id="19" creationId="{CED2641B-4430-4CF4-89AB-3FADDD630F25}"/>
          </ac:spMkLst>
        </pc:spChg>
        <pc:spChg chg="add">
          <ac:chgData name="Tyrone Muhammad" userId="d83c7d35218a5bc3" providerId="LiveId" clId="{EC51E9A5-72F3-41A0-801B-3CBD0E7C2D59}" dt="2024-12-16T01:37:39.503" v="1865" actId="26606"/>
          <ac:spMkLst>
            <pc:docMk/>
            <pc:sldMk cId="3592127160" sldId="261"/>
            <ac:spMk id="32" creationId="{B9C04DC5-313B-4FE4-B868-5672A376419F}"/>
          </ac:spMkLst>
        </pc:spChg>
        <pc:spChg chg="add">
          <ac:chgData name="Tyrone Muhammad" userId="d83c7d35218a5bc3" providerId="LiveId" clId="{EC51E9A5-72F3-41A0-801B-3CBD0E7C2D59}" dt="2024-12-16T01:37:39.503" v="1865" actId="26606"/>
          <ac:spMkLst>
            <pc:docMk/>
            <pc:sldMk cId="3592127160" sldId="261"/>
            <ac:spMk id="38" creationId="{329FDD08-42D8-4AFF-90E5-5DAA5BC4CBD8}"/>
          </ac:spMkLst>
        </pc:spChg>
        <pc:spChg chg="add">
          <ac:chgData name="Tyrone Muhammad" userId="d83c7d35218a5bc3" providerId="LiveId" clId="{EC51E9A5-72F3-41A0-801B-3CBD0E7C2D59}" dt="2024-12-16T01:37:39.503" v="1865" actId="26606"/>
          <ac:spMkLst>
            <pc:docMk/>
            <pc:sldMk cId="3592127160" sldId="261"/>
            <ac:spMk id="40" creationId="{897D890B-9AFB-4A90-9960-C92E65728373}"/>
          </ac:spMkLst>
        </pc:spChg>
        <pc:spChg chg="add">
          <ac:chgData name="Tyrone Muhammad" userId="d83c7d35218a5bc3" providerId="LiveId" clId="{EC51E9A5-72F3-41A0-801B-3CBD0E7C2D59}" dt="2024-12-16T01:37:39.503" v="1865" actId="26606"/>
          <ac:spMkLst>
            <pc:docMk/>
            <pc:sldMk cId="3592127160" sldId="261"/>
            <ac:spMk id="42" creationId="{98ED2387-9C78-40F9-B794-A735DCB3AB31}"/>
          </ac:spMkLst>
        </pc:spChg>
        <pc:spChg chg="add">
          <ac:chgData name="Tyrone Muhammad" userId="d83c7d35218a5bc3" providerId="LiveId" clId="{EC51E9A5-72F3-41A0-801B-3CBD0E7C2D59}" dt="2024-12-16T01:37:39.503" v="1865" actId="26606"/>
          <ac:spMkLst>
            <pc:docMk/>
            <pc:sldMk cId="3592127160" sldId="261"/>
            <ac:spMk id="44" creationId="{477FCF5B-12FA-4ED2-B449-20BD744A7CA4}"/>
          </ac:spMkLst>
        </pc:spChg>
        <pc:spChg chg="add">
          <ac:chgData name="Tyrone Muhammad" userId="d83c7d35218a5bc3" providerId="LiveId" clId="{EC51E9A5-72F3-41A0-801B-3CBD0E7C2D59}" dt="2024-12-16T01:37:39.503" v="1865" actId="26606"/>
          <ac:spMkLst>
            <pc:docMk/>
            <pc:sldMk cId="3592127160" sldId="261"/>
            <ac:spMk id="46" creationId="{1780B2A6-1181-456F-8B6E-AD86960CD04E}"/>
          </ac:spMkLst>
        </pc:spChg>
        <pc:picChg chg="add del">
          <ac:chgData name="Tyrone Muhammad" userId="d83c7d35218a5bc3" providerId="LiveId" clId="{EC51E9A5-72F3-41A0-801B-3CBD0E7C2D59}" dt="2024-12-16T01:37:39.503" v="1865" actId="26606"/>
          <ac:picMkLst>
            <pc:docMk/>
            <pc:sldMk cId="3592127160" sldId="261"/>
            <ac:picMk id="9" creationId="{5D2D844C-AB64-4A03-80BE-33212E61DD07}"/>
          </ac:picMkLst>
        </pc:picChg>
        <pc:picChg chg="add del">
          <ac:chgData name="Tyrone Muhammad" userId="d83c7d35218a5bc3" providerId="LiveId" clId="{EC51E9A5-72F3-41A0-801B-3CBD0E7C2D59}" dt="2024-12-16T01:37:39.503" v="1865" actId="26606"/>
          <ac:picMkLst>
            <pc:docMk/>
            <pc:sldMk cId="3592127160" sldId="261"/>
            <ac:picMk id="11" creationId="{CAAD0E9B-89C2-4268-98B4-BA7BFFF2C705}"/>
          </ac:picMkLst>
        </pc:picChg>
        <pc:picChg chg="add del">
          <ac:chgData name="Tyrone Muhammad" userId="d83c7d35218a5bc3" providerId="LiveId" clId="{EC51E9A5-72F3-41A0-801B-3CBD0E7C2D59}" dt="2024-12-16T01:37:39.503" v="1865" actId="26606"/>
          <ac:picMkLst>
            <pc:docMk/>
            <pc:sldMk cId="3592127160" sldId="261"/>
            <ac:picMk id="15" creationId="{72E47EEC-33C8-4EC3-8BFC-BB02B4171FDA}"/>
          </ac:picMkLst>
        </pc:picChg>
        <pc:picChg chg="add del">
          <ac:chgData name="Tyrone Muhammad" userId="d83c7d35218a5bc3" providerId="LiveId" clId="{EC51E9A5-72F3-41A0-801B-3CBD0E7C2D59}" dt="2024-12-16T01:37:39.503" v="1865" actId="26606"/>
          <ac:picMkLst>
            <pc:docMk/>
            <pc:sldMk cId="3592127160" sldId="261"/>
            <ac:picMk id="17" creationId="{A8BC9CC6-50D5-4C61-9EDE-315A1B5F14E4}"/>
          </ac:picMkLst>
        </pc:picChg>
        <pc:picChg chg="add">
          <ac:chgData name="Tyrone Muhammad" userId="d83c7d35218a5bc3" providerId="LiveId" clId="{EC51E9A5-72F3-41A0-801B-3CBD0E7C2D59}" dt="2024-12-16T01:37:39.503" v="1865" actId="26606"/>
          <ac:picMkLst>
            <pc:docMk/>
            <pc:sldMk cId="3592127160" sldId="261"/>
            <ac:picMk id="25" creationId="{DA2AACDF-1D8E-7F3C-4BD3-D9964F1E8827}"/>
          </ac:picMkLst>
        </pc:picChg>
        <pc:picChg chg="add">
          <ac:chgData name="Tyrone Muhammad" userId="d83c7d35218a5bc3" providerId="LiveId" clId="{EC51E9A5-72F3-41A0-801B-3CBD0E7C2D59}" dt="2024-12-16T01:37:39.503" v="1865" actId="26606"/>
          <ac:picMkLst>
            <pc:docMk/>
            <pc:sldMk cId="3592127160" sldId="261"/>
            <ac:picMk id="28" creationId="{7594FC8B-8CD2-407F-94F1-9C71F5AEC2B6}"/>
          </ac:picMkLst>
        </pc:picChg>
        <pc:picChg chg="add">
          <ac:chgData name="Tyrone Muhammad" userId="d83c7d35218a5bc3" providerId="LiveId" clId="{EC51E9A5-72F3-41A0-801B-3CBD0E7C2D59}" dt="2024-12-16T01:37:39.503" v="1865" actId="26606"/>
          <ac:picMkLst>
            <pc:docMk/>
            <pc:sldMk cId="3592127160" sldId="261"/>
            <ac:picMk id="30" creationId="{DBABC971-8D40-4A4F-AC60-28B9172789B9}"/>
          </ac:picMkLst>
        </pc:picChg>
        <pc:picChg chg="add">
          <ac:chgData name="Tyrone Muhammad" userId="d83c7d35218a5bc3" providerId="LiveId" clId="{EC51E9A5-72F3-41A0-801B-3CBD0E7C2D59}" dt="2024-12-16T01:37:39.503" v="1865" actId="26606"/>
          <ac:picMkLst>
            <pc:docMk/>
            <pc:sldMk cId="3592127160" sldId="261"/>
            <ac:picMk id="34" creationId="{791AE23E-90C9-4963-96E2-8DADBFC3BC09}"/>
          </ac:picMkLst>
        </pc:picChg>
        <pc:picChg chg="add">
          <ac:chgData name="Tyrone Muhammad" userId="d83c7d35218a5bc3" providerId="LiveId" clId="{EC51E9A5-72F3-41A0-801B-3CBD0E7C2D59}" dt="2024-12-16T01:37:39.503" v="1865" actId="26606"/>
          <ac:picMkLst>
            <pc:docMk/>
            <pc:sldMk cId="3592127160" sldId="261"/>
            <ac:picMk id="36" creationId="{C5F93E90-4379-4AAC-B021-E5FA6D974AED}"/>
          </ac:picMkLst>
        </pc:picChg>
        <pc:cxnChg chg="add del">
          <ac:chgData name="Tyrone Muhammad" userId="d83c7d35218a5bc3" providerId="LiveId" clId="{EC51E9A5-72F3-41A0-801B-3CBD0E7C2D59}" dt="2024-12-16T01:37:39.503" v="1865" actId="26606"/>
          <ac:cxnSpMkLst>
            <pc:docMk/>
            <pc:sldMk cId="3592127160" sldId="261"/>
            <ac:cxnSpMk id="21" creationId="{179C4C8E-197B-4679-AE96-B5147F971C90}"/>
          </ac:cxnSpMkLst>
        </pc:cxnChg>
      </pc:sldChg>
      <pc:sldChg chg="addSp modSp new mod setBg modNotesTx">
        <pc:chgData name="Tyrone Muhammad" userId="d83c7d35218a5bc3" providerId="LiveId" clId="{EC51E9A5-72F3-41A0-801B-3CBD0E7C2D59}" dt="2024-12-16T02:19:15.710" v="2789" actId="20577"/>
        <pc:sldMkLst>
          <pc:docMk/>
          <pc:sldMk cId="2006461781" sldId="262"/>
        </pc:sldMkLst>
        <pc:spChg chg="mod">
          <ac:chgData name="Tyrone Muhammad" userId="d83c7d35218a5bc3" providerId="LiveId" clId="{EC51E9A5-72F3-41A0-801B-3CBD0E7C2D59}" dt="2024-12-16T02:10:01.317" v="2774" actId="26606"/>
          <ac:spMkLst>
            <pc:docMk/>
            <pc:sldMk cId="2006461781" sldId="262"/>
            <ac:spMk id="2" creationId="{679A2CF4-37AF-F03A-91BF-D5D8EE0E06DE}"/>
          </ac:spMkLst>
        </pc:spChg>
        <pc:spChg chg="mod ord">
          <ac:chgData name="Tyrone Muhammad" userId="d83c7d35218a5bc3" providerId="LiveId" clId="{EC51E9A5-72F3-41A0-801B-3CBD0E7C2D59}" dt="2024-12-16T02:10:01.317" v="2774" actId="26606"/>
          <ac:spMkLst>
            <pc:docMk/>
            <pc:sldMk cId="2006461781" sldId="262"/>
            <ac:spMk id="3" creationId="{E1C31B9C-BE51-8F8B-C3EE-BC8217C9A252}"/>
          </ac:spMkLst>
        </pc:spChg>
        <pc:spChg chg="add">
          <ac:chgData name="Tyrone Muhammad" userId="d83c7d35218a5bc3" providerId="LiveId" clId="{EC51E9A5-72F3-41A0-801B-3CBD0E7C2D59}" dt="2024-12-16T02:10:01.317" v="2774" actId="26606"/>
          <ac:spMkLst>
            <pc:docMk/>
            <pc:sldMk cId="2006461781" sldId="262"/>
            <ac:spMk id="10" creationId="{B86EAD8C-E6F5-45BA-86CF-3EED09D84756}"/>
          </ac:spMkLst>
        </pc:spChg>
        <pc:picChg chg="add mod">
          <ac:chgData name="Tyrone Muhammad" userId="d83c7d35218a5bc3" providerId="LiveId" clId="{EC51E9A5-72F3-41A0-801B-3CBD0E7C2D59}" dt="2024-12-16T02:10:01.317" v="2774" actId="26606"/>
          <ac:picMkLst>
            <pc:docMk/>
            <pc:sldMk cId="2006461781" sldId="262"/>
            <ac:picMk id="5" creationId="{0F203C90-D605-8199-25B1-B59FB1748769}"/>
          </ac:picMkLst>
        </pc:picChg>
      </pc:sldChg>
      <pc:sldMasterChg chg="del delSldLayout">
        <pc:chgData name="Tyrone Muhammad" userId="d83c7d35218a5bc3" providerId="LiveId" clId="{EC51E9A5-72F3-41A0-801B-3CBD0E7C2D59}" dt="2024-12-15T23:36:20.835" v="7" actId="26606"/>
        <pc:sldMasterMkLst>
          <pc:docMk/>
          <pc:sldMasterMk cId="25187739" sldId="2147483648"/>
        </pc:sldMasterMkLst>
        <pc:sldLayoutChg chg="del">
          <pc:chgData name="Tyrone Muhammad" userId="d83c7d35218a5bc3" providerId="LiveId" clId="{EC51E9A5-72F3-41A0-801B-3CBD0E7C2D59}" dt="2024-12-15T23:36:20.835" v="7" actId="26606"/>
          <pc:sldLayoutMkLst>
            <pc:docMk/>
            <pc:sldMasterMk cId="25187739" sldId="2147483648"/>
            <pc:sldLayoutMk cId="381036999" sldId="2147483649"/>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2339751377" sldId="2147483650"/>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1753943996" sldId="2147483651"/>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3465977035" sldId="2147483652"/>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3370340830" sldId="2147483653"/>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2127773046" sldId="2147483654"/>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3802139892" sldId="2147483655"/>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2516320884" sldId="2147483656"/>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3284737035" sldId="2147483657"/>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1644813745" sldId="2147483658"/>
          </pc:sldLayoutMkLst>
        </pc:sldLayoutChg>
        <pc:sldLayoutChg chg="del">
          <pc:chgData name="Tyrone Muhammad" userId="d83c7d35218a5bc3" providerId="LiveId" clId="{EC51E9A5-72F3-41A0-801B-3CBD0E7C2D59}" dt="2024-12-15T23:36:20.835" v="7" actId="26606"/>
          <pc:sldLayoutMkLst>
            <pc:docMk/>
            <pc:sldMasterMk cId="25187739" sldId="2147483648"/>
            <pc:sldLayoutMk cId="3263980398" sldId="2147483659"/>
          </pc:sldLayoutMkLst>
        </pc:sldLayoutChg>
      </pc:sldMasterChg>
      <pc:sldMasterChg chg="add replId addSldLayout">
        <pc:chgData name="Tyrone Muhammad" userId="d83c7d35218a5bc3" providerId="LiveId" clId="{EC51E9A5-72F3-41A0-801B-3CBD0E7C2D59}" dt="2024-12-15T23:36:20.835" v="7" actId="26606"/>
        <pc:sldMasterMkLst>
          <pc:docMk/>
          <pc:sldMasterMk cId="435652111" sldId="2147483660"/>
        </pc:sldMasterMkLst>
        <pc:sldLayoutChg chg="add">
          <pc:chgData name="Tyrone Muhammad" userId="d83c7d35218a5bc3" providerId="LiveId" clId="{EC51E9A5-72F3-41A0-801B-3CBD0E7C2D59}" dt="2024-12-15T23:36:20.835" v="7" actId="26606"/>
          <pc:sldLayoutMkLst>
            <pc:docMk/>
            <pc:sldMasterMk cId="435652111" sldId="2147483660"/>
            <pc:sldLayoutMk cId="3910310396" sldId="2147483661"/>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1979727559" sldId="2147483662"/>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2104087332" sldId="2147483663"/>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2233014569" sldId="2147483664"/>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619021892" sldId="2147483665"/>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885125883" sldId="2147483666"/>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712210907" sldId="2147483667"/>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3807971875" sldId="2147483668"/>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971795986" sldId="2147483669"/>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3548662900" sldId="2147483670"/>
          </pc:sldLayoutMkLst>
        </pc:sldLayoutChg>
        <pc:sldLayoutChg chg="add replId">
          <pc:chgData name="Tyrone Muhammad" userId="d83c7d35218a5bc3" providerId="LiveId" clId="{EC51E9A5-72F3-41A0-801B-3CBD0E7C2D59}" dt="2024-12-15T23:36:20.835" v="7" actId="26606"/>
          <pc:sldLayoutMkLst>
            <pc:docMk/>
            <pc:sldMasterMk cId="435652111" sldId="2147483660"/>
            <pc:sldLayoutMk cId="2633495473" sldId="2147483671"/>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008594-3E64-456F-9AA9-A8EBD2414A6B}" type="datetimeFigureOut">
              <a:rPr lang="en-US" smtClean="0"/>
              <a:t>12/15/2024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0DBF706-CB7A-41F4-BCF0-AA6D252105E4}" type="slidenum">
              <a:rPr lang="en-US" smtClean="0"/>
              <a:t>‹#›</a:t>
            </a:fld>
            <a:endParaRPr lang="en-US"/>
          </a:p>
        </p:txBody>
      </p:sp>
    </p:spTree>
    <p:extLst>
      <p:ext uri="{BB962C8B-B14F-4D97-AF65-F5344CB8AC3E}">
        <p14:creationId xmlns:p14="http://schemas.microsoft.com/office/powerpoint/2010/main" val="38961933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and thank you for your time. Today we will be discussing insights and most importantly solutions related to HR attrition data.</a:t>
            </a:r>
          </a:p>
        </p:txBody>
      </p:sp>
      <p:sp>
        <p:nvSpPr>
          <p:cNvPr id="4" name="Slide Number Placeholder 3"/>
          <p:cNvSpPr>
            <a:spLocks noGrp="1"/>
          </p:cNvSpPr>
          <p:nvPr>
            <p:ph type="sldNum" sz="quarter" idx="5"/>
          </p:nvPr>
        </p:nvSpPr>
        <p:spPr/>
        <p:txBody>
          <a:bodyPr/>
          <a:lstStyle/>
          <a:p>
            <a:fld id="{F0DBF706-CB7A-41F4-BCF0-AA6D252105E4}" type="slidenum">
              <a:rPr lang="en-US" smtClean="0"/>
              <a:t>1</a:t>
            </a:fld>
            <a:endParaRPr lang="en-US"/>
          </a:p>
        </p:txBody>
      </p:sp>
    </p:spTree>
    <p:extLst>
      <p:ext uri="{BB962C8B-B14F-4D97-AF65-F5344CB8AC3E}">
        <p14:creationId xmlns:p14="http://schemas.microsoft.com/office/powerpoint/2010/main" val="4278704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goals are to see the data and find the story it tells us. Based on this story, we are hoping to impact retention across various demographics within the company.  We clearly retain the majority but have room for improvement.</a:t>
            </a:r>
          </a:p>
        </p:txBody>
      </p:sp>
      <p:sp>
        <p:nvSpPr>
          <p:cNvPr id="4" name="Slide Number Placeholder 3"/>
          <p:cNvSpPr>
            <a:spLocks noGrp="1"/>
          </p:cNvSpPr>
          <p:nvPr>
            <p:ph type="sldNum" sz="quarter" idx="5"/>
          </p:nvPr>
        </p:nvSpPr>
        <p:spPr/>
        <p:txBody>
          <a:bodyPr/>
          <a:lstStyle/>
          <a:p>
            <a:fld id="{F0DBF706-CB7A-41F4-BCF0-AA6D252105E4}" type="slidenum">
              <a:rPr lang="en-US" smtClean="0"/>
              <a:t>2</a:t>
            </a:fld>
            <a:endParaRPr lang="en-US"/>
          </a:p>
        </p:txBody>
      </p:sp>
    </p:spTree>
    <p:extLst>
      <p:ext uri="{BB962C8B-B14F-4D97-AF65-F5344CB8AC3E}">
        <p14:creationId xmlns:p14="http://schemas.microsoft.com/office/powerpoint/2010/main" val="6741346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Initial findings show that the lion's share of those who have left the company yeah have a low satisfaction or view of the company. Additionally, of those who have left the company the majority appear to work overtime as a norm. A correlation between these insights give us an opportunity to staff departments to offset the need to work overtime and create a more satisfactory work environment.</a:t>
            </a:r>
          </a:p>
        </p:txBody>
      </p:sp>
      <p:sp>
        <p:nvSpPr>
          <p:cNvPr id="4" name="Slide Number Placeholder 3"/>
          <p:cNvSpPr>
            <a:spLocks noGrp="1"/>
          </p:cNvSpPr>
          <p:nvPr>
            <p:ph type="sldNum" sz="quarter" idx="5"/>
          </p:nvPr>
        </p:nvSpPr>
        <p:spPr/>
        <p:txBody>
          <a:bodyPr/>
          <a:lstStyle/>
          <a:p>
            <a:fld id="{F0DBF706-CB7A-41F4-BCF0-AA6D252105E4}" type="slidenum">
              <a:rPr lang="en-US" smtClean="0"/>
              <a:t>3</a:t>
            </a:fld>
            <a:endParaRPr lang="en-US"/>
          </a:p>
        </p:txBody>
      </p:sp>
    </p:spTree>
    <p:extLst>
      <p:ext uri="{BB962C8B-B14F-4D97-AF65-F5344CB8AC3E}">
        <p14:creationId xmlns:p14="http://schemas.microsoft.com/office/powerpoint/2010/main" val="36846010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Viewing the overall top 10 features of those who have left this place that this trend is wide raging across genders age and family makeup. This wide demographic means that changes could impact a large portion other staff with better retention rates.</a:t>
            </a:r>
          </a:p>
        </p:txBody>
      </p:sp>
      <p:sp>
        <p:nvSpPr>
          <p:cNvPr id="4" name="Slide Number Placeholder 3"/>
          <p:cNvSpPr>
            <a:spLocks noGrp="1"/>
          </p:cNvSpPr>
          <p:nvPr>
            <p:ph type="sldNum" sz="quarter" idx="5"/>
          </p:nvPr>
        </p:nvSpPr>
        <p:spPr/>
        <p:txBody>
          <a:bodyPr/>
          <a:lstStyle/>
          <a:p>
            <a:fld id="{F0DBF706-CB7A-41F4-BCF0-AA6D252105E4}" type="slidenum">
              <a:rPr lang="en-US" smtClean="0"/>
              <a:t>4</a:t>
            </a:fld>
            <a:endParaRPr lang="en-US"/>
          </a:p>
        </p:txBody>
      </p:sp>
    </p:spTree>
    <p:extLst>
      <p:ext uri="{BB962C8B-B14F-4D97-AF65-F5344CB8AC3E}">
        <p14:creationId xmlns:p14="http://schemas.microsoft.com/office/powerpoint/2010/main" val="3431342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subset of four dominant categories of those who left the company shows that distance from home as well as business travel has impact. Working far away from home is a key factor of dissatisfaction.  Lastly, there may be opportunities to explore overtime and the management of daily tasks. These four primary areas show potential work dissatisfaction main sources. Addressing these head-on gives us the opportunity to lessen our attrition numbers.   </a:t>
            </a:r>
          </a:p>
        </p:txBody>
      </p:sp>
      <p:sp>
        <p:nvSpPr>
          <p:cNvPr id="4" name="Slide Number Placeholder 3"/>
          <p:cNvSpPr>
            <a:spLocks noGrp="1"/>
          </p:cNvSpPr>
          <p:nvPr>
            <p:ph type="sldNum" sz="quarter" idx="5"/>
          </p:nvPr>
        </p:nvSpPr>
        <p:spPr/>
        <p:txBody>
          <a:bodyPr/>
          <a:lstStyle/>
          <a:p>
            <a:fld id="{F0DBF706-CB7A-41F4-BCF0-AA6D252105E4}" type="slidenum">
              <a:rPr lang="en-US" smtClean="0"/>
              <a:t>5</a:t>
            </a:fld>
            <a:endParaRPr lang="en-US"/>
          </a:p>
        </p:txBody>
      </p:sp>
    </p:spTree>
    <p:extLst>
      <p:ext uri="{BB962C8B-B14F-4D97-AF65-F5344CB8AC3E}">
        <p14:creationId xmlns:p14="http://schemas.microsoft.com/office/powerpoint/2010/main" val="27612223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Offering more opportunities for remote work along with the increase of virtual meetings to lessen the need for business travel could impact attrition. Enhanced sales incentives along with time management trainings could positively impact both sales staff as well as those unable to work overtime.</a:t>
            </a:r>
          </a:p>
        </p:txBody>
      </p:sp>
      <p:sp>
        <p:nvSpPr>
          <p:cNvPr id="4" name="Slide Number Placeholder 3"/>
          <p:cNvSpPr>
            <a:spLocks noGrp="1"/>
          </p:cNvSpPr>
          <p:nvPr>
            <p:ph type="sldNum" sz="quarter" idx="5"/>
          </p:nvPr>
        </p:nvSpPr>
        <p:spPr/>
        <p:txBody>
          <a:bodyPr/>
          <a:lstStyle/>
          <a:p>
            <a:fld id="{F0DBF706-CB7A-41F4-BCF0-AA6D252105E4}" type="slidenum">
              <a:rPr lang="en-US" smtClean="0"/>
              <a:t>6</a:t>
            </a:fld>
            <a:endParaRPr lang="en-US"/>
          </a:p>
        </p:txBody>
      </p:sp>
    </p:spTree>
    <p:extLst>
      <p:ext uri="{BB962C8B-B14F-4D97-AF65-F5344CB8AC3E}">
        <p14:creationId xmlns:p14="http://schemas.microsoft.com/office/powerpoint/2010/main" val="36921147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a:t>
            </a:r>
          </a:p>
        </p:txBody>
      </p:sp>
      <p:sp>
        <p:nvSpPr>
          <p:cNvPr id="4" name="Slide Number Placeholder 3"/>
          <p:cNvSpPr>
            <a:spLocks noGrp="1"/>
          </p:cNvSpPr>
          <p:nvPr>
            <p:ph type="sldNum" sz="quarter" idx="5"/>
          </p:nvPr>
        </p:nvSpPr>
        <p:spPr/>
        <p:txBody>
          <a:bodyPr/>
          <a:lstStyle/>
          <a:p>
            <a:fld id="{F0DBF706-CB7A-41F4-BCF0-AA6D252105E4}" type="slidenum">
              <a:rPr lang="en-US" smtClean="0"/>
              <a:t>7</a:t>
            </a:fld>
            <a:endParaRPr lang="en-US"/>
          </a:p>
        </p:txBody>
      </p:sp>
    </p:spTree>
    <p:extLst>
      <p:ext uri="{BB962C8B-B14F-4D97-AF65-F5344CB8AC3E}">
        <p14:creationId xmlns:p14="http://schemas.microsoft.com/office/powerpoint/2010/main" val="3332453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256C2ED-54A4-480D-B5C8-65C0D62359B9}" type="datetime2">
              <a:rPr lang="en-US" smtClean="0"/>
              <a:pPr/>
              <a:t>Sunday, December 15, 2024</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3894068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256C2ED-54A4-480D-B5C8-65C0D62359B9}" type="datetime2">
              <a:rPr lang="en-US" smtClean="0"/>
              <a:pPr/>
              <a:t>Sunday, December 15, 2024</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791932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0EDCA73-0A86-4195-A787-75037827079D}" type="datetime2">
              <a:rPr lang="en-US" smtClean="0"/>
              <a:t>Sunday, December 15, 2024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921381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3C75374-B296-498E-A935-80631EA9020D}" type="datetime2">
              <a:rPr lang="en-US" smtClean="0"/>
              <a:t>Sunday, December 15, 2024</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144661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98B728-214A-4ABC-8432-5B3A5A66A987}" type="datetime2">
              <a:rPr lang="en-US" smtClean="0"/>
              <a:t>Sunday, December 15, 2024</a:t>
            </a:fld>
            <a:endParaRPr lang="en-US" dirty="0"/>
          </a:p>
        </p:txBody>
      </p:sp>
      <p:sp>
        <p:nvSpPr>
          <p:cNvPr id="8" name="Footer Placeholder 7"/>
          <p:cNvSpPr>
            <a:spLocks noGrp="1"/>
          </p:cNvSpPr>
          <p:nvPr>
            <p:ph type="ftr" sz="quarter" idx="11"/>
          </p:nvPr>
        </p:nvSpPr>
        <p:spPr/>
        <p:txBody>
          <a:bodyPr/>
          <a:lstStyle/>
          <a:p>
            <a:r>
              <a:rPr lang="en-US"/>
              <a:t>Sample Footer Text</a:t>
            </a:r>
          </a:p>
        </p:txBody>
      </p:sp>
      <p:sp>
        <p:nvSpPr>
          <p:cNvPr id="9" name="Slide Number Placeholder 8"/>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578407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15F02D0-6806-43AF-9888-2359BF40C204}" type="datetime2">
              <a:rPr lang="en-US" smtClean="0"/>
              <a:t>Sunday, December 15, 2024</a:t>
            </a:fld>
            <a:endParaRPr lang="en-US"/>
          </a:p>
        </p:txBody>
      </p:sp>
      <p:sp>
        <p:nvSpPr>
          <p:cNvPr id="5" name="Footer Placeholder 3"/>
          <p:cNvSpPr>
            <a:spLocks noGrp="1"/>
          </p:cNvSpPr>
          <p:nvPr>
            <p:ph type="ftr" sz="quarter" idx="11"/>
          </p:nvPr>
        </p:nvSpPr>
        <p:spPr/>
        <p:txBody>
          <a:bodyPr/>
          <a:lstStyle/>
          <a:p>
            <a:r>
              <a:rPr lang="en-US"/>
              <a:t>Sample Footer Text</a:t>
            </a:r>
          </a:p>
        </p:txBody>
      </p:sp>
      <p:sp>
        <p:nvSpPr>
          <p:cNvPr id="6" name="Slide Number Placeholder 4"/>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374354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EE14D2D-B1AF-4197-82D6-FC1F8BD05681}" type="datetime2">
              <a:rPr lang="en-US" smtClean="0"/>
              <a:t>Sunday, December 15, 2024</a:t>
            </a:fld>
            <a:endParaRPr lang="en-US"/>
          </a:p>
        </p:txBody>
      </p:sp>
      <p:sp>
        <p:nvSpPr>
          <p:cNvPr id="5" name="Footer Placeholder 2"/>
          <p:cNvSpPr>
            <a:spLocks noGrp="1"/>
          </p:cNvSpPr>
          <p:nvPr>
            <p:ph type="ftr" sz="quarter" idx="11"/>
          </p:nvPr>
        </p:nvSpPr>
        <p:spPr/>
        <p:txBody>
          <a:bodyPr/>
          <a:lstStyle/>
          <a:p>
            <a:r>
              <a:rPr lang="en-US"/>
              <a:t>Sample Footer Text</a:t>
            </a:r>
          </a:p>
        </p:txBody>
      </p:sp>
      <p:sp>
        <p:nvSpPr>
          <p:cNvPr id="6" name="Slide Number Placeholder 3"/>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21741778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98771CEB-9838-4245-91B8-EFBAFE2D8B44}" type="datetime2">
              <a:rPr lang="en-US" smtClean="0"/>
              <a:t>Sunday, December 15, 2024</a:t>
            </a:fld>
            <a:endParaRPr lang="en-US"/>
          </a:p>
        </p:txBody>
      </p:sp>
      <p:sp>
        <p:nvSpPr>
          <p:cNvPr id="5" name="Footer Placeholder 5"/>
          <p:cNvSpPr>
            <a:spLocks noGrp="1"/>
          </p:cNvSpPr>
          <p:nvPr>
            <p:ph type="ftr" sz="quarter" idx="11"/>
          </p:nvPr>
        </p:nvSpPr>
        <p:spPr/>
        <p:txBody>
          <a:bodyPr/>
          <a:lstStyle/>
          <a:p>
            <a:r>
              <a:rPr lang="en-US"/>
              <a:t>Sample Footer Text</a:t>
            </a:r>
          </a:p>
        </p:txBody>
      </p:sp>
      <p:sp>
        <p:nvSpPr>
          <p:cNvPr id="6" name="Slide Number Placeholder 6"/>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282170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1D3F6BF-A585-41F8-88DF-7E5D069F892A}" type="datetime2">
              <a:rPr lang="en-US" smtClean="0"/>
              <a:t>Sunday, December 15, 2024</a:t>
            </a:fld>
            <a:endParaRPr lang="en-US"/>
          </a:p>
        </p:txBody>
      </p:sp>
      <p:sp>
        <p:nvSpPr>
          <p:cNvPr id="6" name="Footer Placeholder 5"/>
          <p:cNvSpPr>
            <a:spLocks noGrp="1"/>
          </p:cNvSpPr>
          <p:nvPr>
            <p:ph type="ftr" sz="quarter" idx="11"/>
          </p:nvPr>
        </p:nvSpPr>
        <p:spPr/>
        <p:txBody>
          <a:bodyPr/>
          <a:lstStyle/>
          <a:p>
            <a:r>
              <a:rPr lang="en-US"/>
              <a:t>Sample Footer Text</a:t>
            </a:r>
          </a:p>
        </p:txBody>
      </p:sp>
      <p:sp>
        <p:nvSpPr>
          <p:cNvPr id="7" name="Slide Number Placeholder 6"/>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20615676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256C2ED-54A4-480D-B5C8-65C0D62359B9}" type="datetime2">
              <a:rPr lang="en-US" smtClean="0"/>
              <a:pPr/>
              <a:t>Sunday, December 15, 2024</a:t>
            </a:fld>
            <a:endParaRPr lang="en-US" dirty="0"/>
          </a:p>
        </p:txBody>
      </p:sp>
      <p:sp>
        <p:nvSpPr>
          <p:cNvPr id="6" name="Footer Placeholder 5"/>
          <p:cNvSpPr>
            <a:spLocks noGrp="1"/>
          </p:cNvSpPr>
          <p:nvPr>
            <p:ph type="ftr" sz="quarter" idx="11"/>
          </p:nvPr>
        </p:nvSpPr>
        <p:spPr/>
        <p:txBody>
          <a:bodyPr/>
          <a:lstStyle/>
          <a:p>
            <a:r>
              <a:rPr lang="en-US" spc="200"/>
              <a:t>Sample Footer Text</a:t>
            </a:r>
            <a:endParaRPr lang="en-US" spc="200" dirty="0"/>
          </a:p>
        </p:txBody>
      </p:sp>
      <p:sp>
        <p:nvSpPr>
          <p:cNvPr id="7" name="Slide Number Placeholder 6"/>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44373068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256C2ED-54A4-480D-B5C8-65C0D62359B9}" type="datetime2">
              <a:rPr lang="en-US" smtClean="0"/>
              <a:pPr/>
              <a:t>Sunday, December 15, 2024</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331024735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256C2ED-54A4-480D-B5C8-65C0D62359B9}" type="datetime2">
              <a:rPr lang="en-US" smtClean="0"/>
              <a:pPr/>
              <a:t>Sunday, December 15, 2024</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18188978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256C2ED-54A4-480D-B5C8-65C0D62359B9}" type="datetime2">
              <a:rPr lang="en-US" smtClean="0"/>
              <a:pPr/>
              <a:t>Sunday, December 15, 2024</a:t>
            </a:fld>
            <a:endParaRPr lang="en-US" dirty="0"/>
          </a:p>
        </p:txBody>
      </p:sp>
      <p:sp>
        <p:nvSpPr>
          <p:cNvPr id="5"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2710428036"/>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256C2ED-54A4-480D-B5C8-65C0D62359B9}" type="datetime2">
              <a:rPr lang="en-US" smtClean="0"/>
              <a:pPr/>
              <a:t>Sunday, December 15, 2024</a:t>
            </a:fld>
            <a:endParaRPr lang="en-US" dirty="0"/>
          </a:p>
        </p:txBody>
      </p:sp>
      <p:sp>
        <p:nvSpPr>
          <p:cNvPr id="4"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161938386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256C2ED-54A4-480D-B5C8-65C0D62359B9}" type="datetime2">
              <a:rPr lang="en-US" smtClean="0"/>
              <a:pPr/>
              <a:t>Sunday, December 15, 2024</a:t>
            </a:fld>
            <a:endParaRPr lang="en-US" dirty="0"/>
          </a:p>
        </p:txBody>
      </p:sp>
      <p:sp>
        <p:nvSpPr>
          <p:cNvPr id="4" name="Footer Placeholder 4"/>
          <p:cNvSpPr>
            <a:spLocks noGrp="1"/>
          </p:cNvSpPr>
          <p:nvPr>
            <p:ph type="ftr" sz="quarter" idx="11"/>
          </p:nvPr>
        </p:nvSpPr>
        <p:spPr/>
        <p:txBody>
          <a:bodyPr/>
          <a:lstStyle/>
          <a:p>
            <a:r>
              <a:rPr lang="en-US" spc="200"/>
              <a:t>Sample Footer Text</a:t>
            </a:r>
            <a:endParaRPr lang="en-US" spc="200" dirty="0"/>
          </a:p>
        </p:txBody>
      </p:sp>
      <p:sp>
        <p:nvSpPr>
          <p:cNvPr id="6" name="Slide Number Placeholder 5"/>
          <p:cNvSpPr>
            <a:spLocks noGrp="1"/>
          </p:cNvSpPr>
          <p:nvPr>
            <p:ph type="sldNum" sz="quarter" idx="12"/>
          </p:nvPr>
        </p:nvSpPr>
        <p:spPr/>
        <p:txBody>
          <a:body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7800776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3CF612A-4CB0-4F57-9A87-F049CECB184D}" type="datetime2">
              <a:rPr lang="en-US" smtClean="0"/>
              <a:t>Sunday, December 15, 2024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3455304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F397F40-C8F7-4897-A6B8-241042F913A9}" type="datetime2">
              <a:rPr lang="en-US" smtClean="0"/>
              <a:t>Sunday, December 15, 2024</a:t>
            </a:fld>
            <a:endParaRPr lang="en-US"/>
          </a:p>
        </p:txBody>
      </p:sp>
      <p:sp>
        <p:nvSpPr>
          <p:cNvPr id="5" name="Footer Placeholder 4"/>
          <p:cNvSpPr>
            <a:spLocks noGrp="1"/>
          </p:cNvSpPr>
          <p:nvPr>
            <p:ph type="ftr" sz="quarter" idx="11"/>
          </p:nvPr>
        </p:nvSpPr>
        <p:spPr/>
        <p:txBody>
          <a:bodyPr/>
          <a:lstStyle/>
          <a:p>
            <a:r>
              <a:rPr lang="en-US"/>
              <a:t>Sample Footer Text</a:t>
            </a:r>
          </a:p>
        </p:txBody>
      </p:sp>
      <p:sp>
        <p:nvSpPr>
          <p:cNvPr id="6" name="Slide Number Placeholder 5"/>
          <p:cNvSpPr>
            <a:spLocks noGrp="1"/>
          </p:cNvSpPr>
          <p:nvPr>
            <p:ph type="sldNum" sz="quarter" idx="12"/>
          </p:nvPr>
        </p:nvSpPr>
        <p:spPr/>
        <p:txBody>
          <a:bodyPr/>
          <a:lstStyle/>
          <a:p>
            <a:fld id="{0D309695-DEC3-40DA-9DF5-330280C9D0E8}" type="slidenum">
              <a:rPr lang="en-US" smtClean="0"/>
              <a:t>‹#›</a:t>
            </a:fld>
            <a:endParaRPr lang="en-US"/>
          </a:p>
        </p:txBody>
      </p:sp>
    </p:spTree>
    <p:extLst>
      <p:ext uri="{BB962C8B-B14F-4D97-AF65-F5344CB8AC3E}">
        <p14:creationId xmlns:p14="http://schemas.microsoft.com/office/powerpoint/2010/main" val="24902017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256C2ED-54A4-480D-B5C8-65C0D62359B9}" type="datetime2">
              <a:rPr lang="en-US" smtClean="0"/>
              <a:pPr/>
              <a:t>Sunday, December 15, 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r>
              <a:rPr lang="en-US" spc="200"/>
              <a:t>Sample Footer Text</a:t>
            </a:r>
            <a:endParaRPr lang="en-US" spc="200"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0D309695-DEC3-40DA-9DF5-330280C9D0E8}" type="slidenum">
              <a:rPr lang="en-US" smtClean="0"/>
              <a:pPr/>
              <a:t>‹#›</a:t>
            </a:fld>
            <a:endParaRPr lang="en-US" dirty="0"/>
          </a:p>
        </p:txBody>
      </p:sp>
    </p:spTree>
    <p:extLst>
      <p:ext uri="{BB962C8B-B14F-4D97-AF65-F5344CB8AC3E}">
        <p14:creationId xmlns:p14="http://schemas.microsoft.com/office/powerpoint/2010/main" val="1711783967"/>
      </p:ext>
    </p:extLst>
  </p:cSld>
  <p:clrMap bg1="dk1" tx1="lt1" bg2="dk2" tx2="lt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1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88812-235F-5DDF-DE6E-035584873DC8}"/>
              </a:ext>
            </a:extLst>
          </p:cNvPr>
          <p:cNvSpPr>
            <a:spLocks noGrp="1"/>
          </p:cNvSpPr>
          <p:nvPr>
            <p:ph type="ctrTitle"/>
          </p:nvPr>
        </p:nvSpPr>
        <p:spPr>
          <a:xfrm>
            <a:off x="448055" y="662400"/>
            <a:ext cx="11293200" cy="1000800"/>
          </a:xfrm>
        </p:spPr>
        <p:txBody>
          <a:bodyPr anchor="ctr">
            <a:normAutofit fontScale="90000"/>
          </a:bodyPr>
          <a:lstStyle/>
          <a:p>
            <a:pPr marL="0" marR="0">
              <a:spcAft>
                <a:spcPts val="800"/>
              </a:spcAft>
            </a:pPr>
            <a:r>
              <a:rPr lang="en-US" sz="5300" b="1" dirty="0">
                <a:effectLst/>
                <a:latin typeface="Century Gothic" panose="020B0502020202020204" pitchFamily="34" charset="0"/>
                <a:ea typeface="Calibri" panose="020F0502020204030204" pitchFamily="34" charset="0"/>
                <a:cs typeface="Times New Roman" panose="02020603050405020304" pitchFamily="18" charset="0"/>
              </a:rPr>
              <a:t>HR Attrition Data Analysis</a:t>
            </a:r>
            <a:br>
              <a:rPr lang="en-US" sz="3500" dirty="0">
                <a:effectLst/>
                <a:latin typeface="Calibri" panose="020F0502020204030204" pitchFamily="34" charset="0"/>
                <a:ea typeface="Calibri" panose="020F0502020204030204" pitchFamily="34" charset="0"/>
                <a:cs typeface="Times New Roman" panose="02020603050405020304" pitchFamily="18" charset="0"/>
              </a:rPr>
            </a:br>
            <a:endParaRPr lang="en-US" sz="3500" dirty="0"/>
          </a:p>
        </p:txBody>
      </p:sp>
      <p:sp>
        <p:nvSpPr>
          <p:cNvPr id="3" name="Subtitle 2">
            <a:extLst>
              <a:ext uri="{FF2B5EF4-FFF2-40B4-BE49-F238E27FC236}">
                <a16:creationId xmlns:a16="http://schemas.microsoft.com/office/drawing/2014/main" id="{B6BA571E-5013-AEBE-703E-4F96F1E949CE}"/>
              </a:ext>
            </a:extLst>
          </p:cNvPr>
          <p:cNvSpPr>
            <a:spLocks noGrp="1"/>
          </p:cNvSpPr>
          <p:nvPr>
            <p:ph type="subTitle" idx="1"/>
          </p:nvPr>
        </p:nvSpPr>
        <p:spPr>
          <a:xfrm>
            <a:off x="448055" y="1652400"/>
            <a:ext cx="11293200" cy="984885"/>
          </a:xfrm>
        </p:spPr>
        <p:txBody>
          <a:bodyPr anchor="ctr">
            <a:normAutofit/>
          </a:bodyPr>
          <a:lstStyle/>
          <a:p>
            <a:pPr>
              <a:lnSpc>
                <a:spcPct val="110000"/>
              </a:lnSpc>
            </a:pPr>
            <a:r>
              <a:rPr lang="en-US" sz="2600" dirty="0">
                <a:latin typeface="+mn-lt"/>
                <a:ea typeface="Calibri" panose="020F0502020204030204" pitchFamily="34" charset="0"/>
                <a:cs typeface="Times New Roman" panose="02020603050405020304" pitchFamily="18" charset="0"/>
              </a:rPr>
              <a:t>Tyrone Muhammad</a:t>
            </a:r>
            <a:br>
              <a:rPr lang="en-US" sz="2600" dirty="0">
                <a:latin typeface="+mn-lt"/>
                <a:ea typeface="Calibri" panose="020F0502020204030204" pitchFamily="34" charset="0"/>
                <a:cs typeface="Times New Roman" panose="02020603050405020304" pitchFamily="18" charset="0"/>
              </a:rPr>
            </a:br>
            <a:r>
              <a:rPr lang="en-US" sz="2600" dirty="0">
                <a:latin typeface="+mn-lt"/>
                <a:ea typeface="Calibri" panose="020F0502020204030204" pitchFamily="34" charset="0"/>
                <a:cs typeface="Times New Roman" panose="02020603050405020304" pitchFamily="18" charset="0"/>
              </a:rPr>
              <a:t>Sunday, December 15, 2024</a:t>
            </a:r>
            <a:endParaRPr lang="en-US" sz="2600" dirty="0">
              <a:latin typeface="+mn-lt"/>
            </a:endParaRPr>
          </a:p>
        </p:txBody>
      </p:sp>
      <p:pic>
        <p:nvPicPr>
          <p:cNvPr id="4" name="Picture 3" descr="Magnifying glass showing decling performance">
            <a:extLst>
              <a:ext uri="{FF2B5EF4-FFF2-40B4-BE49-F238E27FC236}">
                <a16:creationId xmlns:a16="http://schemas.microsoft.com/office/drawing/2014/main" id="{5A6F7FCB-B59F-A84B-8D73-86EC143A583C}"/>
              </a:ext>
            </a:extLst>
          </p:cNvPr>
          <p:cNvPicPr>
            <a:picLocks noChangeAspect="1"/>
          </p:cNvPicPr>
          <p:nvPr/>
        </p:nvPicPr>
        <p:blipFill>
          <a:blip r:embed="rId3"/>
          <a:srcRect t="19401" b="32691"/>
          <a:stretch/>
        </p:blipFill>
        <p:spPr>
          <a:xfrm>
            <a:off x="20" y="2959198"/>
            <a:ext cx="12191980" cy="3898801"/>
          </a:xfrm>
          <a:prstGeom prst="rect">
            <a:avLst/>
          </a:prstGeom>
        </p:spPr>
      </p:pic>
    </p:spTree>
    <p:extLst>
      <p:ext uri="{BB962C8B-B14F-4D97-AF65-F5344CB8AC3E}">
        <p14:creationId xmlns:p14="http://schemas.microsoft.com/office/powerpoint/2010/main" val="2331978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36" name="Freeform 7">
            <a:extLst>
              <a:ext uri="{FF2B5EF4-FFF2-40B4-BE49-F238E27FC236}">
                <a16:creationId xmlns:a16="http://schemas.microsoft.com/office/drawing/2014/main" id="{0A01F2A2-AEDD-47DC-AFB5-B97CEB9A53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1460230"/>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tx1">
              <a:alpha val="20000"/>
            </a:schemeClr>
          </a:solidFill>
          <a:ln>
            <a:noFill/>
          </a:ln>
        </p:spPr>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ACAB29DD-8A98-65BC-1420-E2A7EDEF06CA}"/>
              </a:ext>
            </a:extLst>
          </p:cNvPr>
          <p:cNvSpPr>
            <a:spLocks noGrp="1"/>
          </p:cNvSpPr>
          <p:nvPr>
            <p:ph type="title"/>
          </p:nvPr>
        </p:nvSpPr>
        <p:spPr>
          <a:xfrm>
            <a:off x="648930" y="629267"/>
            <a:ext cx="9252154" cy="1016654"/>
          </a:xfrm>
        </p:spPr>
        <p:txBody>
          <a:bodyPr>
            <a:normAutofit/>
          </a:bodyPr>
          <a:lstStyle/>
          <a:p>
            <a:pPr>
              <a:lnSpc>
                <a:spcPct val="90000"/>
              </a:lnSpc>
            </a:pPr>
            <a:r>
              <a:rPr lang="en-US" sz="3300" b="1">
                <a:effectLst/>
                <a:latin typeface="Century Gothic" panose="020B0502020202020204" pitchFamily="34" charset="0"/>
                <a:ea typeface="Calibri" panose="020F0502020204030204" pitchFamily="34" charset="0"/>
                <a:cs typeface="Times New Roman" panose="02020603050405020304" pitchFamily="18" charset="0"/>
              </a:rPr>
              <a:t>Attrition Data Analysis: Goals</a:t>
            </a:r>
            <a:br>
              <a:rPr lang="en-US" sz="3300">
                <a:effectLst/>
                <a:latin typeface="Calibri" panose="020F0502020204030204" pitchFamily="34" charset="0"/>
                <a:ea typeface="Calibri" panose="020F0502020204030204" pitchFamily="34" charset="0"/>
                <a:cs typeface="Times New Roman" panose="02020603050405020304" pitchFamily="18" charset="0"/>
              </a:rPr>
            </a:br>
            <a:endParaRPr lang="en-US" sz="3300"/>
          </a:p>
        </p:txBody>
      </p:sp>
      <p:sp>
        <p:nvSpPr>
          <p:cNvPr id="38" name="Rectangle 37">
            <a:extLst>
              <a:ext uri="{FF2B5EF4-FFF2-40B4-BE49-F238E27FC236}">
                <a16:creationId xmlns:a16="http://schemas.microsoft.com/office/drawing/2014/main" id="{DB5AF5F3-AD0A-4EFA-854A-47C780F262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3924298"/>
            <a:ext cx="12192417" cy="293370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5">
            <a:extLst>
              <a:ext uri="{FF2B5EF4-FFF2-40B4-BE49-F238E27FC236}">
                <a16:creationId xmlns:a16="http://schemas.microsoft.com/office/drawing/2014/main" id="{1E3D6D6C-E192-4135-B1DB-17C71EEBC9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1762067"/>
            <a:ext cx="12191695" cy="2802467"/>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sp>
        <p:nvSpPr>
          <p:cNvPr id="15" name="Content Placeholder 14">
            <a:extLst>
              <a:ext uri="{FF2B5EF4-FFF2-40B4-BE49-F238E27FC236}">
                <a16:creationId xmlns:a16="http://schemas.microsoft.com/office/drawing/2014/main" id="{EE162E99-26E3-1529-BDDC-92543D70E5A2}"/>
              </a:ext>
            </a:extLst>
          </p:cNvPr>
          <p:cNvSpPr>
            <a:spLocks noGrp="1"/>
          </p:cNvSpPr>
          <p:nvPr>
            <p:ph idx="1"/>
          </p:nvPr>
        </p:nvSpPr>
        <p:spPr>
          <a:xfrm>
            <a:off x="648931" y="2548281"/>
            <a:ext cx="5122606" cy="3658689"/>
          </a:xfrm>
        </p:spPr>
        <p:txBody>
          <a:bodyPr>
            <a:normAutofit/>
          </a:bodyPr>
          <a:lstStyle/>
          <a:p>
            <a:r>
              <a:rPr lang="en-US" dirty="0">
                <a:solidFill>
                  <a:schemeClr val="bg1"/>
                </a:solidFill>
              </a:rPr>
              <a:t>Present the opportunity increase retention and create a better working environment</a:t>
            </a:r>
            <a:br>
              <a:rPr lang="en-US" dirty="0">
                <a:solidFill>
                  <a:schemeClr val="bg1"/>
                </a:solidFill>
              </a:rPr>
            </a:br>
            <a:endParaRPr lang="en-US" dirty="0">
              <a:solidFill>
                <a:schemeClr val="bg1"/>
              </a:solidFill>
            </a:endParaRPr>
          </a:p>
          <a:p>
            <a:r>
              <a:rPr lang="en-US" dirty="0">
                <a:solidFill>
                  <a:schemeClr val="bg1"/>
                </a:solidFill>
              </a:rPr>
              <a:t>Review the HR data demographics patterns</a:t>
            </a:r>
            <a:br>
              <a:rPr lang="en-US" dirty="0">
                <a:solidFill>
                  <a:schemeClr val="bg1"/>
                </a:solidFill>
              </a:rPr>
            </a:br>
            <a:endParaRPr lang="en-US" dirty="0">
              <a:solidFill>
                <a:schemeClr val="bg1"/>
              </a:solidFill>
            </a:endParaRPr>
          </a:p>
          <a:p>
            <a:r>
              <a:rPr lang="en-US" dirty="0">
                <a:solidFill>
                  <a:schemeClr val="bg1"/>
                </a:solidFill>
              </a:rPr>
              <a:t>Explore departmental particulars and job requirements   </a:t>
            </a:r>
          </a:p>
          <a:p>
            <a:endParaRPr lang="en-US" dirty="0">
              <a:solidFill>
                <a:schemeClr val="bg1"/>
              </a:solidFill>
            </a:endParaRPr>
          </a:p>
        </p:txBody>
      </p:sp>
      <p:pic>
        <p:nvPicPr>
          <p:cNvPr id="4" name="Picture 3" descr="A screen shot of a graph&#10;&#10;Description automatically generated">
            <a:extLst>
              <a:ext uri="{FF2B5EF4-FFF2-40B4-BE49-F238E27FC236}">
                <a16:creationId xmlns:a16="http://schemas.microsoft.com/office/drawing/2014/main" id="{D544C7EC-8C1F-1AE7-870F-E041CAA00301}"/>
              </a:ext>
            </a:extLst>
          </p:cNvPr>
          <p:cNvPicPr>
            <a:picLocks noChangeAspect="1"/>
          </p:cNvPicPr>
          <p:nvPr/>
        </p:nvPicPr>
        <p:blipFill rotWithShape="1">
          <a:blip r:embed="rId4">
            <a:extLst>
              <a:ext uri="{28A0092B-C50C-407E-A947-70E740481C1C}">
                <a14:useLocalDpi xmlns:a14="http://schemas.microsoft.com/office/drawing/2010/main" val="0"/>
              </a:ext>
            </a:extLst>
          </a:blip>
          <a:srcRect l="15846" t="33332" r="26398"/>
          <a:stretch/>
        </p:blipFill>
        <p:spPr bwMode="auto">
          <a:xfrm>
            <a:off x="6091916" y="2570099"/>
            <a:ext cx="5451627" cy="3618382"/>
          </a:xfrm>
          <a:prstGeom prst="rect">
            <a:avLst/>
          </a:prstGeom>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6759121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E0DB7-3DD1-3130-35ED-01FB4677DA50}"/>
              </a:ext>
            </a:extLst>
          </p:cNvPr>
          <p:cNvSpPr>
            <a:spLocks noGrp="1"/>
          </p:cNvSpPr>
          <p:nvPr>
            <p:ph type="title"/>
          </p:nvPr>
        </p:nvSpPr>
        <p:spPr>
          <a:xfrm>
            <a:off x="526978" y="454290"/>
            <a:ext cx="4165580" cy="1400530"/>
          </a:xfrm>
        </p:spPr>
        <p:txBody>
          <a:bodyPr>
            <a:normAutofit/>
          </a:bodyPr>
          <a:lstStyle/>
          <a:p>
            <a:r>
              <a:rPr lang="en-US" sz="1400" b="1" dirty="0">
                <a:effectLst/>
                <a:latin typeface="Century Gothic" panose="020B0502020202020204" pitchFamily="34" charset="0"/>
                <a:ea typeface="Calibri" panose="020F0502020204030204" pitchFamily="34" charset="0"/>
                <a:cs typeface="Times New Roman" panose="02020603050405020304" pitchFamily="18" charset="0"/>
              </a:rPr>
              <a:t>Attrition Data Analysis:</a:t>
            </a:r>
            <a:br>
              <a:rPr lang="en-US" sz="2800" b="1" dirty="0">
                <a:effectLst/>
                <a:latin typeface="Century Gothic" panose="020B0502020202020204" pitchFamily="34" charset="0"/>
                <a:ea typeface="Calibri" panose="020F0502020204030204" pitchFamily="34" charset="0"/>
                <a:cs typeface="Times New Roman" panose="02020603050405020304" pitchFamily="18" charset="0"/>
              </a:rPr>
            </a:br>
            <a:r>
              <a:rPr lang="en-US" sz="4400" b="1" dirty="0">
                <a:effectLst/>
                <a:latin typeface="Century Gothic" panose="020B0502020202020204" pitchFamily="34" charset="0"/>
                <a:ea typeface="Calibri" panose="020F0502020204030204" pitchFamily="34" charset="0"/>
                <a:cs typeface="Times New Roman" panose="02020603050405020304" pitchFamily="18" charset="0"/>
              </a:rPr>
              <a:t>Findings</a:t>
            </a:r>
            <a:endParaRPr lang="en-US" sz="4400" dirty="0">
              <a:latin typeface="Century Gothic" panose="020B0502020202020204" pitchFamily="34" charset="0"/>
            </a:endParaRPr>
          </a:p>
        </p:txBody>
      </p:sp>
      <p:sp>
        <p:nvSpPr>
          <p:cNvPr id="10" name="Freeform 23">
            <a:extLst>
              <a:ext uri="{FF2B5EF4-FFF2-40B4-BE49-F238E27FC236}">
                <a16:creationId xmlns:a16="http://schemas.microsoft.com/office/drawing/2014/main" id="{2142F58F-1A18-445C-8057-25B9F986C2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9402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2" name="Freeform 5">
            <a:extLst>
              <a:ext uri="{FF2B5EF4-FFF2-40B4-BE49-F238E27FC236}">
                <a16:creationId xmlns:a16="http://schemas.microsoft.com/office/drawing/2014/main" id="{2C8825F8-2BBE-4F09-844D-BD569EE90A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245057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sp>
        <p:nvSpPr>
          <p:cNvPr id="14" name="Rectangle 13">
            <a:extLst>
              <a:ext uri="{FF2B5EF4-FFF2-40B4-BE49-F238E27FC236}">
                <a16:creationId xmlns:a16="http://schemas.microsoft.com/office/drawing/2014/main" id="{1E0B305D-E4F9-4F9F-81CA-BDFBA88B24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94411" y="0"/>
            <a:ext cx="609800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graph&#10;&#10;Description automatically generated">
            <a:extLst>
              <a:ext uri="{FF2B5EF4-FFF2-40B4-BE49-F238E27FC236}">
                <a16:creationId xmlns:a16="http://schemas.microsoft.com/office/drawing/2014/main" id="{9530CF5F-114B-C80E-CEC9-239F6C02D953}"/>
              </a:ext>
            </a:extLst>
          </p:cNvPr>
          <p:cNvPicPr>
            <a:picLocks noChangeAspect="1"/>
          </p:cNvPicPr>
          <p:nvPr/>
        </p:nvPicPr>
        <p:blipFill rotWithShape="1">
          <a:blip r:embed="rId4">
            <a:extLst>
              <a:ext uri="{28A0092B-C50C-407E-A947-70E740481C1C}">
                <a14:useLocalDpi xmlns:a14="http://schemas.microsoft.com/office/drawing/2010/main" val="0"/>
              </a:ext>
            </a:extLst>
          </a:blip>
          <a:srcRect l="12632" t="28014" r="27315"/>
          <a:stretch/>
        </p:blipFill>
        <p:spPr bwMode="auto">
          <a:xfrm>
            <a:off x="6811505" y="647699"/>
            <a:ext cx="4015281" cy="2683330"/>
          </a:xfrm>
          <a:prstGeom prst="rect">
            <a:avLst/>
          </a:prstGeom>
          <a:effectLst/>
          <a:extLst>
            <a:ext uri="{53640926-AAD7-44D8-BBD7-CCE9431645EC}">
              <a14:shadowObscured xmlns:a14="http://schemas.microsoft.com/office/drawing/2010/main"/>
            </a:ext>
          </a:extLst>
        </p:spPr>
      </p:pic>
      <p:sp>
        <p:nvSpPr>
          <p:cNvPr id="16" name="Rectangle 15">
            <a:extLst>
              <a:ext uri="{FF2B5EF4-FFF2-40B4-BE49-F238E27FC236}">
                <a16:creationId xmlns:a16="http://schemas.microsoft.com/office/drawing/2014/main" id="{1D77C917-B31B-4151-9BB3-768748C425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42448"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2E3AFC4F-8E33-0CEC-FF73-FD1492607C94}"/>
              </a:ext>
            </a:extLst>
          </p:cNvPr>
          <p:cNvSpPr>
            <a:spLocks noGrp="1"/>
          </p:cNvSpPr>
          <p:nvPr>
            <p:ph idx="1"/>
          </p:nvPr>
        </p:nvSpPr>
        <p:spPr>
          <a:xfrm>
            <a:off x="646113" y="2052918"/>
            <a:ext cx="4165146" cy="4195481"/>
          </a:xfrm>
        </p:spPr>
        <p:txBody>
          <a:bodyPr>
            <a:normAutofit lnSpcReduction="10000"/>
          </a:bodyPr>
          <a:lstStyle/>
          <a:p>
            <a:r>
              <a:rPr lang="en-US" dirty="0"/>
              <a:t>It is clear to see lower ratings come from those who leave the company</a:t>
            </a:r>
            <a:br>
              <a:rPr lang="en-US" dirty="0"/>
            </a:br>
            <a:endParaRPr lang="en-US" dirty="0"/>
          </a:p>
          <a:p>
            <a:r>
              <a:rPr lang="en-US" dirty="0"/>
              <a:t>Working beyond the regular shift overtime could relate to a non-satisfactory view of the work environment</a:t>
            </a:r>
            <a:br>
              <a:rPr lang="en-US" dirty="0"/>
            </a:br>
            <a:endParaRPr lang="en-US" dirty="0"/>
          </a:p>
          <a:p>
            <a:r>
              <a:rPr lang="en-US" dirty="0"/>
              <a:t>Insights on those dissatisfied who left the company strongly align with mostly those working overtime</a:t>
            </a:r>
          </a:p>
          <a:p>
            <a:endParaRPr lang="en-US" dirty="0"/>
          </a:p>
        </p:txBody>
      </p:sp>
      <p:pic>
        <p:nvPicPr>
          <p:cNvPr id="4" name="Picture 3" descr="A graph with a bar and a number of bars&#10;&#10;Description automatically generated with medium confidence">
            <a:extLst>
              <a:ext uri="{FF2B5EF4-FFF2-40B4-BE49-F238E27FC236}">
                <a16:creationId xmlns:a16="http://schemas.microsoft.com/office/drawing/2014/main" id="{141E0F76-8B2B-F552-FF39-F0AED4A189E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47097" y="3526971"/>
            <a:ext cx="3944097" cy="2721427"/>
          </a:xfrm>
          <a:prstGeom prst="rect">
            <a:avLst/>
          </a:prstGeom>
          <a:effectLst/>
        </p:spPr>
      </p:pic>
    </p:spTree>
    <p:extLst>
      <p:ext uri="{BB962C8B-B14F-4D97-AF65-F5344CB8AC3E}">
        <p14:creationId xmlns:p14="http://schemas.microsoft.com/office/powerpoint/2010/main" val="2937557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1" name="Picture 10">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3" name="Oval 12">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5" name="Picture 14">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7" name="Picture 16">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9" name="Rectangle 18">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1" name="Rectangle 20">
            <a:extLst>
              <a:ext uri="{FF2B5EF4-FFF2-40B4-BE49-F238E27FC236}">
                <a16:creationId xmlns:a16="http://schemas.microsoft.com/office/drawing/2014/main" id="{B87A2B17-D3E0-4B38-823F-45312C0B3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
            <a:ext cx="12191695" cy="4730744"/>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592A21B-8E82-4396-A130-C7531DF0A9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Freeform 16">
            <a:extLst>
              <a:ext uri="{FF2B5EF4-FFF2-40B4-BE49-F238E27FC236}">
                <a16:creationId xmlns:a16="http://schemas.microsoft.com/office/drawing/2014/main" id="{ACA9027C-9377-4A86-A639-42BA502ADE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719939" y="3753695"/>
            <a:ext cx="3472060" cy="825932"/>
          </a:xfrm>
          <a:custGeom>
            <a:avLst/>
            <a:gdLst>
              <a:gd name="connsiteX0" fmla="*/ 3470310 w 3472060"/>
              <a:gd name="connsiteY0" fmla="*/ 0 h 825932"/>
              <a:gd name="connsiteX1" fmla="*/ 3472060 w 3472060"/>
              <a:gd name="connsiteY1" fmla="*/ 12850 h 825932"/>
              <a:gd name="connsiteX2" fmla="*/ 3472060 w 3472060"/>
              <a:gd name="connsiteY2" fmla="*/ 480529 h 825932"/>
              <a:gd name="connsiteX3" fmla="*/ 3363699 w 3472060"/>
              <a:gd name="connsiteY3" fmla="*/ 498471 h 825932"/>
              <a:gd name="connsiteX4" fmla="*/ 42060 w 3472060"/>
              <a:gd name="connsiteY4" fmla="*/ 824486 h 825932"/>
              <a:gd name="connsiteX5" fmla="*/ 0 w 3472060"/>
              <a:gd name="connsiteY5" fmla="*/ 758452 h 825932"/>
              <a:gd name="connsiteX6" fmla="*/ 188014 w 3472060"/>
              <a:gd name="connsiteY6" fmla="*/ 735602 h 825932"/>
              <a:gd name="connsiteX7" fmla="*/ 284087 w 3472060"/>
              <a:gd name="connsiteY7" fmla="*/ 722590 h 825932"/>
              <a:gd name="connsiteX8" fmla="*/ 382288 w 3472060"/>
              <a:gd name="connsiteY8" fmla="*/ 709392 h 825932"/>
              <a:gd name="connsiteX9" fmla="*/ 481858 w 3472060"/>
              <a:gd name="connsiteY9" fmla="*/ 695774 h 825932"/>
              <a:gd name="connsiteX10" fmla="*/ 581897 w 3472060"/>
              <a:gd name="connsiteY10" fmla="*/ 680711 h 825932"/>
              <a:gd name="connsiteX11" fmla="*/ 683670 w 3472060"/>
              <a:gd name="connsiteY11" fmla="*/ 665256 h 825932"/>
              <a:gd name="connsiteX12" fmla="*/ 787206 w 3472060"/>
              <a:gd name="connsiteY12" fmla="*/ 649587 h 825932"/>
              <a:gd name="connsiteX13" fmla="*/ 892019 w 3472060"/>
              <a:gd name="connsiteY13" fmla="*/ 632968 h 825932"/>
              <a:gd name="connsiteX14" fmla="*/ 997620 w 3472060"/>
              <a:gd name="connsiteY14" fmla="*/ 614667 h 825932"/>
              <a:gd name="connsiteX15" fmla="*/ 1104727 w 3472060"/>
              <a:gd name="connsiteY15" fmla="*/ 596741 h 825932"/>
              <a:gd name="connsiteX16" fmla="*/ 1212669 w 3472060"/>
              <a:gd name="connsiteY16" fmla="*/ 577397 h 825932"/>
              <a:gd name="connsiteX17" fmla="*/ 1321506 w 3472060"/>
              <a:gd name="connsiteY17" fmla="*/ 556988 h 825932"/>
              <a:gd name="connsiteX18" fmla="*/ 1430709 w 3472060"/>
              <a:gd name="connsiteY18" fmla="*/ 536607 h 825932"/>
              <a:gd name="connsiteX19" fmla="*/ 1541050 w 3472060"/>
              <a:gd name="connsiteY19" fmla="*/ 514481 h 825932"/>
              <a:gd name="connsiteX20" fmla="*/ 1652805 w 3472060"/>
              <a:gd name="connsiteY20" fmla="*/ 492202 h 825932"/>
              <a:gd name="connsiteX21" fmla="*/ 1763708 w 3472060"/>
              <a:gd name="connsiteY21" fmla="*/ 469161 h 825932"/>
              <a:gd name="connsiteX22" fmla="*/ 1875795 w 3472060"/>
              <a:gd name="connsiteY22" fmla="*/ 444641 h 825932"/>
              <a:gd name="connsiteX23" fmla="*/ 1989128 w 3472060"/>
              <a:gd name="connsiteY23" fmla="*/ 418995 h 825932"/>
              <a:gd name="connsiteX24" fmla="*/ 2102476 w 3472060"/>
              <a:gd name="connsiteY24" fmla="*/ 393438 h 825932"/>
              <a:gd name="connsiteX25" fmla="*/ 2215549 w 3472060"/>
              <a:gd name="connsiteY25" fmla="*/ 366291 h 825932"/>
              <a:gd name="connsiteX26" fmla="*/ 2330490 w 3472060"/>
              <a:gd name="connsiteY26" fmla="*/ 337455 h 825932"/>
              <a:gd name="connsiteX27" fmla="*/ 2443333 w 3472060"/>
              <a:gd name="connsiteY27" fmla="*/ 308983 h 825932"/>
              <a:gd name="connsiteX28" fmla="*/ 2558014 w 3472060"/>
              <a:gd name="connsiteY28" fmla="*/ 278646 h 825932"/>
              <a:gd name="connsiteX29" fmla="*/ 2673621 w 3472060"/>
              <a:gd name="connsiteY29" fmla="*/ 247421 h 825932"/>
              <a:gd name="connsiteX30" fmla="*/ 2787008 w 3472060"/>
              <a:gd name="connsiteY30" fmla="*/ 215853 h 825932"/>
              <a:gd name="connsiteX31" fmla="*/ 2901442 w 3472060"/>
              <a:gd name="connsiteY31" fmla="*/ 182011 h 825932"/>
              <a:gd name="connsiteX32" fmla="*/ 3015722 w 3472060"/>
              <a:gd name="connsiteY32" fmla="*/ 147286 h 825932"/>
              <a:gd name="connsiteX33" fmla="*/ 3130018 w 3472060"/>
              <a:gd name="connsiteY33" fmla="*/ 112649 h 825932"/>
              <a:gd name="connsiteX34" fmla="*/ 3243551 w 3472060"/>
              <a:gd name="connsiteY34" fmla="*/ 75688 h 825932"/>
              <a:gd name="connsiteX35" fmla="*/ 3356992 w 3472060"/>
              <a:gd name="connsiteY35" fmla="*/ 38197 h 825932"/>
              <a:gd name="connsiteX36" fmla="*/ 3470310 w 3472060"/>
              <a:gd name="connsiteY36" fmla="*/ 0 h 8259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3472060" h="825932">
                <a:moveTo>
                  <a:pt x="3470310" y="0"/>
                </a:moveTo>
                <a:lnTo>
                  <a:pt x="3472060" y="12850"/>
                </a:lnTo>
                <a:lnTo>
                  <a:pt x="3472060" y="480529"/>
                </a:lnTo>
                <a:lnTo>
                  <a:pt x="3363699" y="498471"/>
                </a:lnTo>
                <a:cubicBezTo>
                  <a:pt x="2435623" y="645518"/>
                  <a:pt x="603076" y="844866"/>
                  <a:pt x="42060" y="824486"/>
                </a:cubicBezTo>
                <a:cubicBezTo>
                  <a:pt x="28151" y="802425"/>
                  <a:pt x="13909" y="780513"/>
                  <a:pt x="0" y="758452"/>
                </a:cubicBezTo>
                <a:lnTo>
                  <a:pt x="188014" y="735602"/>
                </a:lnTo>
                <a:lnTo>
                  <a:pt x="284087" y="722590"/>
                </a:lnTo>
                <a:lnTo>
                  <a:pt x="382288" y="709392"/>
                </a:lnTo>
                <a:lnTo>
                  <a:pt x="481858" y="695774"/>
                </a:lnTo>
                <a:lnTo>
                  <a:pt x="581897" y="680711"/>
                </a:lnTo>
                <a:lnTo>
                  <a:pt x="683670" y="665256"/>
                </a:lnTo>
                <a:lnTo>
                  <a:pt x="787206" y="649587"/>
                </a:lnTo>
                <a:lnTo>
                  <a:pt x="892019" y="632968"/>
                </a:lnTo>
                <a:lnTo>
                  <a:pt x="997620" y="614667"/>
                </a:lnTo>
                <a:lnTo>
                  <a:pt x="1104727" y="596741"/>
                </a:lnTo>
                <a:lnTo>
                  <a:pt x="1212669" y="577397"/>
                </a:lnTo>
                <a:lnTo>
                  <a:pt x="1321506" y="556988"/>
                </a:lnTo>
                <a:lnTo>
                  <a:pt x="1430709" y="536607"/>
                </a:lnTo>
                <a:lnTo>
                  <a:pt x="1541050" y="514481"/>
                </a:lnTo>
                <a:lnTo>
                  <a:pt x="1652805" y="492202"/>
                </a:lnTo>
                <a:lnTo>
                  <a:pt x="1763708" y="469161"/>
                </a:lnTo>
                <a:lnTo>
                  <a:pt x="1875795" y="444641"/>
                </a:lnTo>
                <a:lnTo>
                  <a:pt x="1989128" y="418995"/>
                </a:lnTo>
                <a:lnTo>
                  <a:pt x="2102476" y="393438"/>
                </a:lnTo>
                <a:lnTo>
                  <a:pt x="2215549" y="366291"/>
                </a:lnTo>
                <a:lnTo>
                  <a:pt x="2330490" y="337455"/>
                </a:lnTo>
                <a:lnTo>
                  <a:pt x="2443333" y="308983"/>
                </a:lnTo>
                <a:lnTo>
                  <a:pt x="2558014" y="278646"/>
                </a:lnTo>
                <a:lnTo>
                  <a:pt x="2673621" y="247421"/>
                </a:lnTo>
                <a:lnTo>
                  <a:pt x="2787008" y="215853"/>
                </a:lnTo>
                <a:lnTo>
                  <a:pt x="2901442" y="182011"/>
                </a:lnTo>
                <a:lnTo>
                  <a:pt x="3015722" y="147286"/>
                </a:lnTo>
                <a:lnTo>
                  <a:pt x="3130018" y="112649"/>
                </a:lnTo>
                <a:lnTo>
                  <a:pt x="3243551" y="75688"/>
                </a:lnTo>
                <a:lnTo>
                  <a:pt x="3356992" y="38197"/>
                </a:lnTo>
                <a:lnTo>
                  <a:pt x="3470310" y="0"/>
                </a:lnTo>
                <a:close/>
              </a:path>
            </a:pathLst>
          </a:custGeom>
          <a:solidFill>
            <a:schemeClr val="bg2">
              <a:alpha val="20000"/>
            </a:schemeClr>
          </a:solidFill>
          <a:ln>
            <a:noFill/>
          </a:ln>
        </p:spPr>
        <p:txBody>
          <a:bodyPr rtlCol="0" anchor="ctr"/>
          <a:lstStyle/>
          <a:p>
            <a:pPr algn="ctr"/>
            <a:endParaRPr lang="en-US">
              <a:solidFill>
                <a:schemeClr val="tx1"/>
              </a:solidFill>
            </a:endParaRPr>
          </a:p>
        </p:txBody>
      </p:sp>
      <p:sp useBgFill="1">
        <p:nvSpPr>
          <p:cNvPr id="27" name="Freeform 5">
            <a:extLst>
              <a:ext uri="{FF2B5EF4-FFF2-40B4-BE49-F238E27FC236}">
                <a16:creationId xmlns:a16="http://schemas.microsoft.com/office/drawing/2014/main" id="{423EDA5B-B414-4C7C-8CBA-3D9D79973E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1" y="4055532"/>
            <a:ext cx="12191695" cy="2802467"/>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ln>
            <a:noFill/>
          </a:ln>
        </p:spPr>
        <p:txBody>
          <a:bodyPr/>
          <a:lstStyle/>
          <a:p>
            <a:endParaRPr lang="en-US"/>
          </a:p>
        </p:txBody>
      </p:sp>
      <p:sp>
        <p:nvSpPr>
          <p:cNvPr id="2" name="Title 1">
            <a:extLst>
              <a:ext uri="{FF2B5EF4-FFF2-40B4-BE49-F238E27FC236}">
                <a16:creationId xmlns:a16="http://schemas.microsoft.com/office/drawing/2014/main" id="{0ABB03B1-943A-031D-184E-41B450D509D9}"/>
              </a:ext>
            </a:extLst>
          </p:cNvPr>
          <p:cNvSpPr>
            <a:spLocks noGrp="1"/>
          </p:cNvSpPr>
          <p:nvPr>
            <p:ph type="title"/>
          </p:nvPr>
        </p:nvSpPr>
        <p:spPr>
          <a:xfrm>
            <a:off x="314325" y="4730739"/>
            <a:ext cx="5357007" cy="1912908"/>
          </a:xfrm>
        </p:spPr>
        <p:txBody>
          <a:bodyPr vert="horz" lIns="91440" tIns="45720" rIns="91440" bIns="45720" rtlCol="0" anchor="b">
            <a:normAutofit fontScale="90000"/>
          </a:bodyPr>
          <a:lstStyle/>
          <a:p>
            <a:r>
              <a:rPr lang="en-US" sz="4900" b="1" dirty="0"/>
              <a:t>Top 10 Attrition Features</a:t>
            </a:r>
            <a:br>
              <a:rPr lang="en-US" sz="4800" dirty="0"/>
            </a:br>
            <a:r>
              <a:rPr lang="en-US" sz="2700" dirty="0"/>
              <a:t>(Initial Overall Analysis) </a:t>
            </a:r>
          </a:p>
        </p:txBody>
      </p:sp>
      <p:pic>
        <p:nvPicPr>
          <p:cNvPr id="4" name="Content Placeholder 3" descr="A graph with blue bars&#10;&#10;Description automatically generated with medium confidence">
            <a:extLst>
              <a:ext uri="{FF2B5EF4-FFF2-40B4-BE49-F238E27FC236}">
                <a16:creationId xmlns:a16="http://schemas.microsoft.com/office/drawing/2014/main" id="{39EB293E-560D-6141-8E3D-81A8AF22F05A}"/>
              </a:ext>
            </a:extLst>
          </p:cNvPr>
          <p:cNvPicPr>
            <a:picLocks noGrp="1" noChangeAspect="1"/>
          </p:cNvPicPr>
          <p:nvPr>
            <p:ph idx="1"/>
          </p:nvPr>
        </p:nvPicPr>
        <p:blipFill>
          <a:blip r:embed="rId8">
            <a:extLst>
              <a:ext uri="{28A0092B-C50C-407E-A947-70E740481C1C}">
                <a14:useLocalDpi xmlns:a14="http://schemas.microsoft.com/office/drawing/2010/main" val="0"/>
              </a:ext>
            </a:extLst>
          </a:blip>
          <a:stretch>
            <a:fillRect/>
          </a:stretch>
        </p:blipFill>
        <p:spPr>
          <a:xfrm>
            <a:off x="1145158" y="368037"/>
            <a:ext cx="7574477" cy="3825112"/>
          </a:xfrm>
          <a:prstGeom prst="rect">
            <a:avLst/>
          </a:prstGeom>
          <a:effectLst/>
        </p:spPr>
      </p:pic>
      <p:sp>
        <p:nvSpPr>
          <p:cNvPr id="6" name="TextBox 5">
            <a:extLst>
              <a:ext uri="{FF2B5EF4-FFF2-40B4-BE49-F238E27FC236}">
                <a16:creationId xmlns:a16="http://schemas.microsoft.com/office/drawing/2014/main" id="{09660DA2-8E43-D7DD-B8E1-194AE637DC2B}"/>
              </a:ext>
            </a:extLst>
          </p:cNvPr>
          <p:cNvSpPr txBox="1"/>
          <p:nvPr/>
        </p:nvSpPr>
        <p:spPr>
          <a:xfrm>
            <a:off x="5671333" y="4726550"/>
            <a:ext cx="6096302" cy="1631216"/>
          </a:xfrm>
          <a:prstGeom prst="rect">
            <a:avLst/>
          </a:prstGeom>
          <a:noFill/>
        </p:spPr>
        <p:txBody>
          <a:bodyPr wrap="square">
            <a:spAutoFit/>
          </a:bodyPr>
          <a:lstStyle/>
          <a:p>
            <a:r>
              <a:rPr lang="en-US" sz="2000" dirty="0"/>
              <a:t>Those who left come from many demographics</a:t>
            </a:r>
            <a:br>
              <a:rPr lang="en-US" sz="2000" dirty="0"/>
            </a:br>
            <a:endParaRPr lang="en-US" sz="2000" dirty="0"/>
          </a:p>
          <a:p>
            <a:pPr marL="285750" indent="-285750">
              <a:buFont typeface="Arial" panose="020B0604020202020204" pitchFamily="34" charset="0"/>
              <a:buChar char="•"/>
            </a:pPr>
            <a:r>
              <a:rPr lang="en-US" sz="2000" dirty="0"/>
              <a:t>Male and female</a:t>
            </a:r>
          </a:p>
          <a:p>
            <a:pPr marL="285750" indent="-285750">
              <a:buFont typeface="Arial" panose="020B0604020202020204" pitchFamily="34" charset="0"/>
              <a:buChar char="•"/>
            </a:pPr>
            <a:r>
              <a:rPr lang="en-US" sz="2000" dirty="0"/>
              <a:t>Married and single</a:t>
            </a:r>
          </a:p>
          <a:p>
            <a:pPr marL="285750" indent="-285750">
              <a:buFont typeface="Arial" panose="020B0604020202020204" pitchFamily="34" charset="0"/>
              <a:buChar char="•"/>
            </a:pPr>
            <a:r>
              <a:rPr lang="en-US" sz="2000" dirty="0"/>
              <a:t>Young and old</a:t>
            </a:r>
          </a:p>
        </p:txBody>
      </p:sp>
    </p:spTree>
    <p:extLst>
      <p:ext uri="{BB962C8B-B14F-4D97-AF65-F5344CB8AC3E}">
        <p14:creationId xmlns:p14="http://schemas.microsoft.com/office/powerpoint/2010/main" val="2921253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4626-F28A-B77B-D66E-FB8BFEF287EA}"/>
              </a:ext>
            </a:extLst>
          </p:cNvPr>
          <p:cNvSpPr>
            <a:spLocks noGrp="1"/>
          </p:cNvSpPr>
          <p:nvPr>
            <p:ph type="title"/>
          </p:nvPr>
        </p:nvSpPr>
        <p:spPr>
          <a:xfrm>
            <a:off x="157315" y="172071"/>
            <a:ext cx="3834039" cy="1941857"/>
          </a:xfrm>
        </p:spPr>
        <p:txBody>
          <a:bodyPr anchor="b">
            <a:normAutofit fontScale="90000"/>
          </a:bodyPr>
          <a:lstStyle/>
          <a:p>
            <a:r>
              <a:rPr lang="en-US" sz="4900" b="1" dirty="0"/>
              <a:t>Main Attrition Areas</a:t>
            </a:r>
            <a:br>
              <a:rPr lang="en-US" sz="3200" dirty="0"/>
            </a:br>
            <a:r>
              <a:rPr lang="en-US" sz="2700" dirty="0"/>
              <a:t>(Revised Closer Analysis)</a:t>
            </a:r>
          </a:p>
        </p:txBody>
      </p:sp>
      <p:sp>
        <p:nvSpPr>
          <p:cNvPr id="9"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1" name="Rectangle 10">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sp>
        <p:nvSpPr>
          <p:cNvPr id="15" name="Rectangle 14">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140F924B-2C0D-19B6-440F-693C26E84A44}"/>
              </a:ext>
            </a:extLst>
          </p:cNvPr>
          <p:cNvSpPr>
            <a:spLocks noGrp="1"/>
          </p:cNvSpPr>
          <p:nvPr>
            <p:ph idx="1"/>
          </p:nvPr>
        </p:nvSpPr>
        <p:spPr>
          <a:xfrm>
            <a:off x="405550" y="2873602"/>
            <a:ext cx="3108057" cy="2947415"/>
          </a:xfrm>
        </p:spPr>
        <p:txBody>
          <a:bodyPr>
            <a:noAutofit/>
          </a:bodyPr>
          <a:lstStyle/>
          <a:p>
            <a:r>
              <a:rPr lang="en-US" dirty="0"/>
              <a:t>Work travel</a:t>
            </a:r>
            <a:br>
              <a:rPr lang="en-US" dirty="0"/>
            </a:br>
            <a:endParaRPr lang="en-US" dirty="0"/>
          </a:p>
          <a:p>
            <a:r>
              <a:rPr lang="en-US" dirty="0"/>
              <a:t>Excessive business travel</a:t>
            </a:r>
            <a:br>
              <a:rPr lang="en-US" dirty="0"/>
            </a:br>
            <a:endParaRPr lang="en-US" dirty="0"/>
          </a:p>
          <a:p>
            <a:r>
              <a:rPr lang="en-US" dirty="0"/>
              <a:t>Potential time management struggles</a:t>
            </a:r>
            <a:br>
              <a:rPr lang="en-US" dirty="0"/>
            </a:br>
            <a:endParaRPr lang="en-US" dirty="0"/>
          </a:p>
          <a:p>
            <a:r>
              <a:rPr lang="en-US" dirty="0"/>
              <a:t>Sales Department moral</a:t>
            </a:r>
          </a:p>
        </p:txBody>
      </p:sp>
      <p:pic>
        <p:nvPicPr>
          <p:cNvPr id="4" name="Picture 3" descr="A graph with blue squares&#10;&#10;Description automatically generated">
            <a:extLst>
              <a:ext uri="{FF2B5EF4-FFF2-40B4-BE49-F238E27FC236}">
                <a16:creationId xmlns:a16="http://schemas.microsoft.com/office/drawing/2014/main" id="{F2A16484-F763-9933-5FF1-48F8AAD0FAB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835615" y="1986116"/>
            <a:ext cx="6708683" cy="3387885"/>
          </a:xfrm>
          <a:prstGeom prst="rect">
            <a:avLst/>
          </a:prstGeom>
          <a:effectLst/>
        </p:spPr>
      </p:pic>
    </p:spTree>
    <p:extLst>
      <p:ext uri="{BB962C8B-B14F-4D97-AF65-F5344CB8AC3E}">
        <p14:creationId xmlns:p14="http://schemas.microsoft.com/office/powerpoint/2010/main" val="2930638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A2CF4-37AF-F03A-91BF-D5D8EE0E06DE}"/>
              </a:ext>
            </a:extLst>
          </p:cNvPr>
          <p:cNvSpPr>
            <a:spLocks noGrp="1"/>
          </p:cNvSpPr>
          <p:nvPr>
            <p:ph type="title"/>
          </p:nvPr>
        </p:nvSpPr>
        <p:spPr>
          <a:xfrm>
            <a:off x="650669" y="629266"/>
            <a:ext cx="3330328" cy="1641986"/>
          </a:xfrm>
        </p:spPr>
        <p:txBody>
          <a:bodyPr>
            <a:normAutofit/>
          </a:bodyPr>
          <a:lstStyle/>
          <a:p>
            <a:pPr>
              <a:lnSpc>
                <a:spcPct val="90000"/>
              </a:lnSpc>
            </a:pPr>
            <a:r>
              <a:rPr lang="en-US" sz="2600" b="1"/>
              <a:t>HR Attrition Analysis:</a:t>
            </a:r>
            <a:br>
              <a:rPr lang="en-US" sz="2600" b="1"/>
            </a:br>
            <a:r>
              <a:rPr lang="en-US" sz="2600" b="1"/>
              <a:t>Impact Suggestions</a:t>
            </a:r>
          </a:p>
        </p:txBody>
      </p:sp>
      <p:pic>
        <p:nvPicPr>
          <p:cNvPr id="5" name="Picture 4" descr="People in meeting">
            <a:extLst>
              <a:ext uri="{FF2B5EF4-FFF2-40B4-BE49-F238E27FC236}">
                <a16:creationId xmlns:a16="http://schemas.microsoft.com/office/drawing/2014/main" id="{0F203C90-D605-8199-25B1-B59FB1748769}"/>
              </a:ext>
            </a:extLst>
          </p:cNvPr>
          <p:cNvPicPr>
            <a:picLocks noChangeAspect="1"/>
          </p:cNvPicPr>
          <p:nvPr/>
        </p:nvPicPr>
        <p:blipFill>
          <a:blip r:embed="rId4">
            <a:extLst>
              <a:ext uri="{28A0092B-C50C-407E-A947-70E740481C1C}">
                <a14:useLocalDpi xmlns:a14="http://schemas.microsoft.com/office/drawing/2010/main" val="0"/>
              </a:ext>
            </a:extLst>
          </a:blip>
          <a:srcRect l="23289" r="4506" b="2"/>
          <a:stretch/>
        </p:blipFill>
        <p:spPr>
          <a:xfrm>
            <a:off x="4634680" y="10"/>
            <a:ext cx="7560130" cy="6857990"/>
          </a:xfrm>
          <a:prstGeom prst="rect">
            <a:avLst/>
          </a:prstGeom>
        </p:spPr>
      </p:pic>
      <p:sp>
        <p:nvSpPr>
          <p:cNvPr id="10" name="Rectangle 9">
            <a:extLst>
              <a:ext uri="{FF2B5EF4-FFF2-40B4-BE49-F238E27FC236}">
                <a16:creationId xmlns:a16="http://schemas.microsoft.com/office/drawing/2014/main" id="{B86EAD8C-E6F5-45BA-86CF-3EED09D84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 name="Content Placeholder 2">
            <a:extLst>
              <a:ext uri="{FF2B5EF4-FFF2-40B4-BE49-F238E27FC236}">
                <a16:creationId xmlns:a16="http://schemas.microsoft.com/office/drawing/2014/main" id="{E1C31B9C-BE51-8F8B-C3EE-BC8217C9A252}"/>
              </a:ext>
            </a:extLst>
          </p:cNvPr>
          <p:cNvSpPr>
            <a:spLocks noGrp="1"/>
          </p:cNvSpPr>
          <p:nvPr>
            <p:ph idx="1"/>
          </p:nvPr>
        </p:nvSpPr>
        <p:spPr>
          <a:xfrm>
            <a:off x="650669" y="2438400"/>
            <a:ext cx="3330328" cy="3809999"/>
          </a:xfrm>
        </p:spPr>
        <p:txBody>
          <a:bodyPr>
            <a:normAutofit/>
          </a:bodyPr>
          <a:lstStyle/>
          <a:p>
            <a:pPr>
              <a:lnSpc>
                <a:spcPct val="90000"/>
              </a:lnSpc>
            </a:pPr>
            <a:r>
              <a:rPr lang="en-US" dirty="0"/>
              <a:t>Consider more opportunities for remote work</a:t>
            </a:r>
            <a:br>
              <a:rPr lang="en-US" dirty="0"/>
            </a:br>
            <a:endParaRPr lang="en-US" dirty="0"/>
          </a:p>
          <a:p>
            <a:pPr>
              <a:lnSpc>
                <a:spcPct val="90000"/>
              </a:lnSpc>
            </a:pPr>
            <a:r>
              <a:rPr lang="en-US" dirty="0"/>
              <a:t>Increase of virtual</a:t>
            </a:r>
            <a:br>
              <a:rPr lang="en-US" dirty="0"/>
            </a:br>
            <a:endParaRPr lang="en-US" dirty="0"/>
          </a:p>
          <a:p>
            <a:pPr>
              <a:lnSpc>
                <a:spcPct val="90000"/>
              </a:lnSpc>
            </a:pPr>
            <a:r>
              <a:rPr lang="en-US" dirty="0"/>
              <a:t>Enhance sales incentives</a:t>
            </a:r>
            <a:br>
              <a:rPr lang="en-US" dirty="0"/>
            </a:br>
            <a:endParaRPr lang="en-US" dirty="0"/>
          </a:p>
          <a:p>
            <a:pPr>
              <a:lnSpc>
                <a:spcPct val="90000"/>
              </a:lnSpc>
            </a:pPr>
            <a:r>
              <a:rPr lang="en-US" dirty="0"/>
              <a:t>Offer time management trainings</a:t>
            </a:r>
          </a:p>
          <a:p>
            <a:pPr>
              <a:lnSpc>
                <a:spcPct val="90000"/>
              </a:lnSpc>
            </a:pPr>
            <a:endParaRPr lang="en-US" dirty="0"/>
          </a:p>
        </p:txBody>
      </p:sp>
    </p:spTree>
    <p:extLst>
      <p:ext uri="{BB962C8B-B14F-4D97-AF65-F5344CB8AC3E}">
        <p14:creationId xmlns:p14="http://schemas.microsoft.com/office/powerpoint/2010/main" val="2006461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3">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7594FC8B-8CD2-407F-94F1-9C71F5AEC2B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30" name="Picture 29">
            <a:extLst>
              <a:ext uri="{FF2B5EF4-FFF2-40B4-BE49-F238E27FC236}">
                <a16:creationId xmlns:a16="http://schemas.microsoft.com/office/drawing/2014/main" id="{DBABC971-8D40-4A4F-AC60-28B9172789B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32" name="Oval 31">
            <a:extLst>
              <a:ext uri="{FF2B5EF4-FFF2-40B4-BE49-F238E27FC236}">
                <a16:creationId xmlns:a16="http://schemas.microsoft.com/office/drawing/2014/main" id="{B9C04DC5-313B-4FE4-B868-5672A37641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4" name="Picture 33">
            <a:extLst>
              <a:ext uri="{FF2B5EF4-FFF2-40B4-BE49-F238E27FC236}">
                <a16:creationId xmlns:a16="http://schemas.microsoft.com/office/drawing/2014/main" id="{791AE23E-90C9-4963-96E2-8DADBFC3BC0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36" name="Picture 35">
            <a:extLst>
              <a:ext uri="{FF2B5EF4-FFF2-40B4-BE49-F238E27FC236}">
                <a16:creationId xmlns:a16="http://schemas.microsoft.com/office/drawing/2014/main" id="{C5F93E90-4379-4AAC-B021-E5FA6D974AE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7">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38" name="Rectangle 37">
            <a:extLst>
              <a:ext uri="{FF2B5EF4-FFF2-40B4-BE49-F238E27FC236}">
                <a16:creationId xmlns:a16="http://schemas.microsoft.com/office/drawing/2014/main" id="{329FDD08-42D8-4AFF-90E5-5DAA5BC4CB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Title 3">
            <a:extLst>
              <a:ext uri="{FF2B5EF4-FFF2-40B4-BE49-F238E27FC236}">
                <a16:creationId xmlns:a16="http://schemas.microsoft.com/office/drawing/2014/main" id="{6C3E18B5-817A-D7F1-256A-860773CEBCD9}"/>
              </a:ext>
            </a:extLst>
          </p:cNvPr>
          <p:cNvSpPr>
            <a:spLocks noGrp="1"/>
          </p:cNvSpPr>
          <p:nvPr>
            <p:ph type="title"/>
          </p:nvPr>
        </p:nvSpPr>
        <p:spPr>
          <a:xfrm>
            <a:off x="1154955" y="1447800"/>
            <a:ext cx="4752399" cy="3329581"/>
          </a:xfrm>
        </p:spPr>
        <p:txBody>
          <a:bodyPr vert="horz" lIns="91440" tIns="45720" rIns="91440" bIns="45720" rtlCol="0" anchor="b">
            <a:normAutofit/>
          </a:bodyPr>
          <a:lstStyle/>
          <a:p>
            <a:r>
              <a:rPr lang="en-US" sz="7200" dirty="0"/>
              <a:t>Questions</a:t>
            </a:r>
          </a:p>
        </p:txBody>
      </p:sp>
      <p:sp>
        <p:nvSpPr>
          <p:cNvPr id="40" name="Freeform 7">
            <a:extLst>
              <a:ext uri="{FF2B5EF4-FFF2-40B4-BE49-F238E27FC236}">
                <a16:creationId xmlns:a16="http://schemas.microsoft.com/office/drawing/2014/main" id="{897D890B-9AFB-4A90-9960-C92E65728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2449"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42" name="Rectangle 41">
            <a:extLst>
              <a:ext uri="{FF2B5EF4-FFF2-40B4-BE49-F238E27FC236}">
                <a16:creationId xmlns:a16="http://schemas.microsoft.com/office/drawing/2014/main" id="{98ED2387-9C78-40F9-B794-A735DCB3AB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00109" y="0"/>
            <a:ext cx="4991892"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reeform 5">
            <a:extLst>
              <a:ext uri="{FF2B5EF4-FFF2-40B4-BE49-F238E27FC236}">
                <a16:creationId xmlns:a16="http://schemas.microsoft.com/office/drawing/2014/main" id="{477FCF5B-12FA-4ED2-B449-20BD744A7C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3539006"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US"/>
          </a:p>
        </p:txBody>
      </p:sp>
      <p:sp>
        <p:nvSpPr>
          <p:cNvPr id="46" name="Rectangle 45">
            <a:extLst>
              <a:ext uri="{FF2B5EF4-FFF2-40B4-BE49-F238E27FC236}">
                <a16:creationId xmlns:a16="http://schemas.microsoft.com/office/drawing/2014/main" id="{1780B2A6-1181-456F-8B6E-AD86960CD0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25" name="Graphic 24" descr="Help">
            <a:extLst>
              <a:ext uri="{FF2B5EF4-FFF2-40B4-BE49-F238E27FC236}">
                <a16:creationId xmlns:a16="http://schemas.microsoft.com/office/drawing/2014/main" id="{DA2AACDF-1D8E-7F3C-4BD3-D9964F1E8827}"/>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203354" y="2074882"/>
            <a:ext cx="2936836" cy="2936836"/>
          </a:xfrm>
          <a:prstGeom prst="rect">
            <a:avLst/>
          </a:prstGeom>
          <a:effectLst/>
        </p:spPr>
      </p:pic>
    </p:spTree>
    <p:extLst>
      <p:ext uri="{BB962C8B-B14F-4D97-AF65-F5344CB8AC3E}">
        <p14:creationId xmlns:p14="http://schemas.microsoft.com/office/powerpoint/2010/main" val="359212716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259</TotalTime>
  <Words>494</Words>
  <Application>Microsoft Office PowerPoint</Application>
  <PresentationFormat>Widescreen</PresentationFormat>
  <Paragraphs>40</Paragraphs>
  <Slides>7</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Calibri</vt:lpstr>
      <vt:lpstr>Century Gothic</vt:lpstr>
      <vt:lpstr>Wingdings 3</vt:lpstr>
      <vt:lpstr>Ion</vt:lpstr>
      <vt:lpstr>HR Attrition Data Analysis </vt:lpstr>
      <vt:lpstr>Attrition Data Analysis: Goals </vt:lpstr>
      <vt:lpstr>Attrition Data Analysis: Findings</vt:lpstr>
      <vt:lpstr>Top 10 Attrition Features (Initial Overall Analysis) </vt:lpstr>
      <vt:lpstr>Main Attrition Areas (Revised Closer Analysis)</vt:lpstr>
      <vt:lpstr>HR Attrition Analysis: Impact Suggestions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Tyrone Muhammad</dc:creator>
  <cp:lastModifiedBy>Tyrone Muhammad</cp:lastModifiedBy>
  <cp:revision>1</cp:revision>
  <dcterms:created xsi:type="dcterms:W3CDTF">2024-12-15T22:11:29Z</dcterms:created>
  <dcterms:modified xsi:type="dcterms:W3CDTF">2024-12-16T02:31:26Z</dcterms:modified>
</cp:coreProperties>
</file>